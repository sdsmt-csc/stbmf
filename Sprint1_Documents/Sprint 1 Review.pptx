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8" r:id="rId11"/>
    <p:sldId id="269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513" autoAdjust="0"/>
  </p:normalViewPr>
  <p:slideViewPr>
    <p:cSldViewPr>
      <p:cViewPr varScale="1">
        <p:scale>
          <a:sx n="78" d="100"/>
          <a:sy n="78" d="100"/>
        </p:scale>
        <p:origin x="-129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B4DD35-6E11-43E5-91A4-D3C24AD61D59}" type="datetimeFigureOut">
              <a:rPr lang="en-US" smtClean="0"/>
              <a:t>10/8/2012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96A064-7C2B-4BD1-B717-284E7E6AA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960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(30</a:t>
            </a:r>
            <a:r>
              <a:rPr lang="en-US" baseline="0" dirty="0" smtClean="0"/>
              <a:t> seconds)</a:t>
            </a:r>
            <a:r>
              <a:rPr lang="en-US" dirty="0" smtClean="0"/>
              <a:t> Introduction – Marshall</a:t>
            </a:r>
            <a:r>
              <a:rPr lang="en-US" baseline="0" dirty="0" smtClean="0"/>
              <a:t> introduces the team, each person introduces themselves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96A064-7C2B-4BD1-B717-284E7E6AAF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029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David Jarman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96A064-7C2B-4BD1-B717-284E7E6AAF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592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Scope – 30</a:t>
            </a:r>
            <a:r>
              <a:rPr lang="en-US" baseline="0" dirty="0" smtClean="0"/>
              <a:t> seconds</a:t>
            </a:r>
          </a:p>
          <a:p>
            <a:r>
              <a:rPr lang="en-US" baseline="0" dirty="0" smtClean="0"/>
              <a:t>David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96A064-7C2B-4BD1-B717-284E7E6AAF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592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User Stories</a:t>
            </a:r>
            <a:r>
              <a:rPr lang="en-US" baseline="0" dirty="0" smtClean="0"/>
              <a:t>: 1-2 minutes</a:t>
            </a:r>
            <a:endParaRPr lang="en-US" dirty="0" smtClean="0"/>
          </a:p>
          <a:p>
            <a:r>
              <a:rPr lang="en-US" dirty="0" smtClean="0"/>
              <a:t>Kevin</a:t>
            </a:r>
            <a:r>
              <a:rPr lang="en-US" baseline="0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96A064-7C2B-4BD1-B717-284E7E6AAF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684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Marshall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96A064-7C2B-4BD1-B717-284E7E6AAF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879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David + Kevin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96A064-7C2B-4BD1-B717-284E7E6AAF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971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David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96A064-7C2B-4BD1-B717-284E7E6AAF6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50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Marshall + Kevin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96A064-7C2B-4BD1-B717-284E7E6AAF6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31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Risks, risk analysis, mitigation and contingency plan  (2 min)</a:t>
            </a:r>
          </a:p>
          <a:p>
            <a:r>
              <a:rPr lang="en-US" dirty="0" smtClean="0"/>
              <a:t>David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96A064-7C2B-4BD1-B717-284E7E6AAF6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491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Quickly</a:t>
            </a:r>
            <a:r>
              <a:rPr lang="en-US" baseline="0" dirty="0" smtClean="0"/>
              <a:t> show that we have a backlog, no need to go into </a:t>
            </a:r>
            <a:r>
              <a:rPr lang="en-US" baseline="0" smtClean="0"/>
              <a:t>great detail here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96A064-7C2B-4BD1-B717-284E7E6AAF6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30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Questions  (5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David,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Kevin, Marshall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96A064-7C2B-4BD1-B717-284E7E6AAF6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62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8D64633F-4130-4F4B-BCC3-306A9B157C17}" type="datetimeFigureOut">
              <a:rPr lang="en-US" smtClean="0"/>
              <a:t>10/8/2012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8AA5E43-5CDC-480B-B6C9-987A2E8041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D64633F-4130-4F4B-BCC3-306A9B157C17}" type="datetimeFigureOut">
              <a:rPr lang="en-US" smtClean="0"/>
              <a:t>10/8/2012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AA5E43-5CDC-480B-B6C9-987A2E8041F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D64633F-4130-4F4B-BCC3-306A9B157C17}" type="datetimeFigureOut">
              <a:rPr lang="en-US" smtClean="0"/>
              <a:t>10/8/2012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AA5E43-5CDC-480B-B6C9-987A2E8041F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D64633F-4130-4F4B-BCC3-306A9B157C17}" type="datetimeFigureOut">
              <a:rPr lang="en-US" smtClean="0"/>
              <a:t>10/8/2012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AA5E43-5CDC-480B-B6C9-987A2E8041F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D64633F-4130-4F4B-BCC3-306A9B157C17}" type="datetimeFigureOut">
              <a:rPr lang="en-US" smtClean="0"/>
              <a:t>10/8/2012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AA5E43-5CDC-480B-B6C9-987A2E8041F0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D64633F-4130-4F4B-BCC3-306A9B157C17}" type="datetimeFigureOut">
              <a:rPr lang="en-US" smtClean="0"/>
              <a:t>10/8/2012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AA5E43-5CDC-480B-B6C9-987A2E8041F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D64633F-4130-4F4B-BCC3-306A9B157C17}" type="datetimeFigureOut">
              <a:rPr lang="en-US" smtClean="0"/>
              <a:t>10/8/2012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AA5E43-5CDC-480B-B6C9-987A2E8041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8D64633F-4130-4F4B-BCC3-306A9B157C17}" type="datetimeFigureOut">
              <a:rPr lang="en-US" smtClean="0"/>
              <a:t>10/8/2012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AA5E43-5CDC-480B-B6C9-987A2E8041F0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D64633F-4130-4F4B-BCC3-306A9B157C17}" type="datetimeFigureOut">
              <a:rPr lang="en-US" smtClean="0"/>
              <a:t>10/8/2012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8AA5E43-5CDC-480B-B6C9-987A2E8041F0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D64633F-4130-4F4B-BCC3-306A9B157C17}" type="datetimeFigureOut">
              <a:rPr lang="en-US" smtClean="0"/>
              <a:t>10/8/2012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AA5E43-5CDC-480B-B6C9-987A2E8041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D64633F-4130-4F4B-BCC3-306A9B157C17}" type="datetimeFigureOut">
              <a:rPr lang="en-US" smtClean="0"/>
              <a:t>10/8/2012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AA5E43-5CDC-480B-B6C9-987A2E8041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8D64633F-4130-4F4B-BCC3-306A9B157C17}" type="datetimeFigureOut">
              <a:rPr lang="en-US" smtClean="0"/>
              <a:t>10/8/2012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F8AA5E43-5CDC-480B-B6C9-987A2E8041F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077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Set Top Box</a:t>
            </a:r>
            <a:br>
              <a:rPr lang="en-US" dirty="0" smtClean="0"/>
            </a:br>
            <a:r>
              <a:rPr lang="en-US" dirty="0" smtClean="0"/>
              <a:t>Multiplayer Framework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581400"/>
            <a:ext cx="6934200" cy="2057400"/>
          </a:xfrm>
        </p:spPr>
        <p:txBody>
          <a:bodyPr/>
          <a:lstStyle/>
          <a:p>
            <a:r>
              <a:rPr lang="en-US" dirty="0" smtClean="0"/>
              <a:t>Team: Plugged-In</a:t>
            </a:r>
          </a:p>
          <a:p>
            <a:endParaRPr lang="en-US" dirty="0" smtClean="0"/>
          </a:p>
          <a:p>
            <a:r>
              <a:rPr lang="en-US" dirty="0" smtClean="0"/>
              <a:t>Sponsored by: Innovative Systems, L.L.C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180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server to host multiplayer game plugins</a:t>
            </a:r>
          </a:p>
          <a:p>
            <a:r>
              <a:rPr lang="en-US" dirty="0" smtClean="0"/>
              <a:t>Design a template game UI for STBs in an APMax environment</a:t>
            </a:r>
            <a:endParaRPr lang="en-US" dirty="0"/>
          </a:p>
          <a:p>
            <a:r>
              <a:rPr lang="en-US" dirty="0" smtClean="0"/>
              <a:t>Build a virtual APMax to simulate future communication protocols.</a:t>
            </a:r>
          </a:p>
          <a:p>
            <a:r>
              <a:rPr lang="en-US" dirty="0" smtClean="0"/>
              <a:t>Convert games to proof-of-concept multiplayer games.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Brief Overview and Project 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968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Proof-of-concept</a:t>
            </a:r>
          </a:p>
          <a:p>
            <a:r>
              <a:rPr lang="en-US" dirty="0" smtClean="0"/>
              <a:t>In house</a:t>
            </a:r>
          </a:p>
          <a:p>
            <a:pPr lvl="1"/>
            <a:r>
              <a:rPr lang="en-US" dirty="0" smtClean="0"/>
              <a:t>Server and games environment will be privately hosted during development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Scope of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558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 STB software changes after initial release</a:t>
            </a:r>
          </a:p>
          <a:p>
            <a:r>
              <a:rPr lang="en-US" dirty="0" smtClean="0"/>
              <a:t>Client server architecture to host and deliver “plug-in” games</a:t>
            </a:r>
          </a:p>
          <a:p>
            <a:r>
              <a:rPr lang="en-US" dirty="0" smtClean="0"/>
              <a:t>Player vs. Player, Player vs. AI, </a:t>
            </a:r>
            <a:r>
              <a:rPr lang="en-US" dirty="0"/>
              <a:t>S</a:t>
            </a:r>
            <a:r>
              <a:rPr lang="en-US" dirty="0" smtClean="0"/>
              <a:t>ingle Player</a:t>
            </a:r>
          </a:p>
          <a:p>
            <a:r>
              <a:rPr lang="en-US" dirty="0" smtClean="0"/>
              <a:t>Server hosts game logic, STB host game UI</a:t>
            </a:r>
          </a:p>
          <a:p>
            <a:r>
              <a:rPr lang="en-US" dirty="0" smtClean="0"/>
              <a:t>Support 100s-1000s of users</a:t>
            </a:r>
          </a:p>
          <a:p>
            <a:r>
              <a:rPr lang="en-US" dirty="0" smtClean="0"/>
              <a:t>Secure communication between server and clients</a:t>
            </a:r>
          </a:p>
          <a:p>
            <a:r>
              <a:rPr lang="en-US" dirty="0" smtClean="0"/>
              <a:t>Full unit testing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Stories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348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Analysis – STB (client)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Implementation </a:t>
            </a:r>
            <a:r>
              <a:rPr lang="en-US" dirty="0"/>
              <a:t>#1 </a:t>
            </a:r>
          </a:p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3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Implementation </a:t>
            </a:r>
            <a:r>
              <a:rPr lang="en-US" dirty="0"/>
              <a:t>#2</a:t>
            </a:r>
          </a:p>
          <a:p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Base game framework</a:t>
            </a:r>
          </a:p>
          <a:p>
            <a:pPr lvl="1"/>
            <a:r>
              <a:rPr lang="en-US" dirty="0" smtClean="0"/>
              <a:t>Communications</a:t>
            </a:r>
          </a:p>
          <a:p>
            <a:pPr lvl="2"/>
            <a:r>
              <a:rPr lang="en-US" dirty="0" smtClean="0"/>
              <a:t>Command Link</a:t>
            </a:r>
          </a:p>
          <a:p>
            <a:pPr lvl="2"/>
            <a:r>
              <a:rPr lang="en-US" dirty="0" smtClean="0"/>
              <a:t>Protocol Buffers</a:t>
            </a:r>
          </a:p>
          <a:p>
            <a:pPr lvl="1"/>
            <a:r>
              <a:rPr lang="en-US" dirty="0" smtClean="0"/>
              <a:t>Debug Log</a:t>
            </a:r>
          </a:p>
          <a:p>
            <a:pPr lvl="1"/>
            <a:r>
              <a:rPr lang="en-US" dirty="0" smtClean="0"/>
              <a:t>Two game UI engines</a:t>
            </a:r>
          </a:p>
          <a:p>
            <a:pPr lvl="2"/>
            <a:r>
              <a:rPr lang="en-US" dirty="0" smtClean="0"/>
              <a:t>Board games UI</a:t>
            </a:r>
          </a:p>
          <a:p>
            <a:pPr lvl="2"/>
            <a:r>
              <a:rPr lang="en-US" dirty="0" smtClean="0"/>
              <a:t>Card games UI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Individual </a:t>
            </a:r>
            <a:r>
              <a:rPr lang="en-US" dirty="0"/>
              <a:t>game framework</a:t>
            </a:r>
          </a:p>
          <a:p>
            <a:pPr lvl="1"/>
            <a:r>
              <a:rPr lang="en-US" dirty="0"/>
              <a:t>Each game contains its own UI engine</a:t>
            </a:r>
          </a:p>
          <a:p>
            <a:pPr lvl="1"/>
            <a:r>
              <a:rPr lang="en-US" dirty="0"/>
              <a:t>Games use </a:t>
            </a:r>
            <a:r>
              <a:rPr lang="en-US" dirty="0" smtClean="0"/>
              <a:t>same communications as Implementation #1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439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Written in C# under .NET 4.5</a:t>
            </a:r>
          </a:p>
          <a:p>
            <a:r>
              <a:rPr lang="en-US" dirty="0" smtClean="0"/>
              <a:t>Windows server environment</a:t>
            </a:r>
          </a:p>
          <a:p>
            <a:pPr lvl="1"/>
            <a:r>
              <a:rPr lang="en-US" dirty="0" smtClean="0"/>
              <a:t>Portable to Azure</a:t>
            </a:r>
          </a:p>
          <a:p>
            <a:r>
              <a:rPr lang="en-US" dirty="0" smtClean="0"/>
              <a:t>SQL database</a:t>
            </a:r>
          </a:p>
          <a:p>
            <a:r>
              <a:rPr lang="en-US" dirty="0" smtClean="0"/>
              <a:t>Facilitates communication between clients</a:t>
            </a:r>
          </a:p>
          <a:p>
            <a:r>
              <a:rPr lang="en-US" dirty="0" smtClean="0"/>
              <a:t>Processes AI for virtual players</a:t>
            </a:r>
          </a:p>
          <a:p>
            <a:r>
              <a:rPr lang="en-US" dirty="0" smtClean="0"/>
              <a:t>Deploys game resources to client</a:t>
            </a:r>
          </a:p>
          <a:p>
            <a:r>
              <a:rPr lang="en-US" dirty="0" smtClean="0"/>
              <a:t>Manages logic for each multiplayer game instance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Analysis - 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777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Initial Architecture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828800"/>
            <a:ext cx="4747481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493837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Central server</a:t>
            </a:r>
          </a:p>
          <a:p>
            <a:pPr lvl="1"/>
            <a:r>
              <a:rPr lang="en-US" dirty="0" smtClean="0"/>
              <a:t>Hosts game files</a:t>
            </a:r>
          </a:p>
          <a:p>
            <a:pPr lvl="1"/>
            <a:r>
              <a:rPr lang="en-US" dirty="0" smtClean="0"/>
              <a:t>Connects  APMax units</a:t>
            </a:r>
          </a:p>
          <a:p>
            <a:r>
              <a:rPr lang="en-US" dirty="0" smtClean="0"/>
              <a:t>A.I. servers</a:t>
            </a:r>
          </a:p>
          <a:p>
            <a:pPr lvl="1"/>
            <a:r>
              <a:rPr lang="en-US" dirty="0" smtClean="0"/>
              <a:t>Optional – If one server</a:t>
            </a:r>
            <a:br>
              <a:rPr lang="en-US" dirty="0" smtClean="0"/>
            </a:br>
            <a:r>
              <a:rPr lang="en-US" dirty="0" smtClean="0"/>
              <a:t>can’t handle all game A.I.</a:t>
            </a:r>
          </a:p>
          <a:p>
            <a:r>
              <a:rPr lang="en-US" dirty="0" smtClean="0"/>
              <a:t>APMax</a:t>
            </a:r>
          </a:p>
          <a:p>
            <a:pPr lvl="1"/>
            <a:r>
              <a:rPr lang="en-US" dirty="0" smtClean="0"/>
              <a:t>Middleware</a:t>
            </a:r>
          </a:p>
          <a:p>
            <a:pPr lvl="1"/>
            <a:r>
              <a:rPr lang="en-US" dirty="0" smtClean="0"/>
              <a:t>Connects the server</a:t>
            </a:r>
            <a:br>
              <a:rPr lang="en-US" dirty="0" smtClean="0"/>
            </a:br>
            <a:r>
              <a:rPr lang="en-US" dirty="0" smtClean="0"/>
              <a:t>to each STB</a:t>
            </a:r>
          </a:p>
          <a:p>
            <a:r>
              <a:rPr lang="en-US" dirty="0" smtClean="0"/>
              <a:t>Client</a:t>
            </a:r>
          </a:p>
          <a:p>
            <a:pPr lvl="1"/>
            <a:r>
              <a:rPr lang="en-US" dirty="0" smtClean="0"/>
              <a:t>Set Top Box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3352800" y="1676400"/>
            <a:ext cx="243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799364" y="1676400"/>
            <a:ext cx="0" cy="1600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791200" y="3276600"/>
            <a:ext cx="37283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2819400" y="2819400"/>
            <a:ext cx="2438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057400" y="3886200"/>
            <a:ext cx="2819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876800" y="3886200"/>
            <a:ext cx="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905000" y="5334000"/>
            <a:ext cx="228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191000" y="5334000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599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Set Top Box</a:t>
            </a:r>
          </a:p>
          <a:p>
            <a:pPr lvl="1"/>
            <a:r>
              <a:rPr lang="en-US" dirty="0" smtClean="0"/>
              <a:t>Low memory</a:t>
            </a:r>
          </a:p>
          <a:p>
            <a:pPr lvl="1"/>
            <a:r>
              <a:rPr lang="en-US" dirty="0" smtClean="0"/>
              <a:t>Can’t use flash storage</a:t>
            </a:r>
          </a:p>
          <a:p>
            <a:pPr lvl="1"/>
            <a:r>
              <a:rPr lang="en-US" dirty="0" smtClean="0"/>
              <a:t>Low powered processor</a:t>
            </a:r>
          </a:p>
          <a:p>
            <a:pPr lvl="1"/>
            <a:r>
              <a:rPr lang="en-US" dirty="0" smtClean="0"/>
              <a:t>Limited bandwidth usage</a:t>
            </a:r>
          </a:p>
          <a:p>
            <a:r>
              <a:rPr lang="en-US" dirty="0" smtClean="0"/>
              <a:t>Server</a:t>
            </a:r>
          </a:p>
          <a:p>
            <a:pPr lvl="1"/>
            <a:r>
              <a:rPr lang="en-US" dirty="0" smtClean="0"/>
              <a:t>Needs to be scalable to 100s or 1000s of users simultaneously connected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Constraints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007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STB firmware updates during development</a:t>
            </a:r>
          </a:p>
          <a:p>
            <a:pPr lvl="1"/>
            <a:r>
              <a:rPr lang="en-US" dirty="0" smtClean="0"/>
              <a:t>Previous project</a:t>
            </a:r>
          </a:p>
          <a:p>
            <a:pPr lvl="1"/>
            <a:r>
              <a:rPr lang="en-US" dirty="0" smtClean="0"/>
              <a:t>Should only affect UI engine on STB</a:t>
            </a:r>
          </a:p>
          <a:p>
            <a:pPr lvl="1"/>
            <a:r>
              <a:rPr lang="en-US" dirty="0" smtClean="0"/>
              <a:t>Contingency Plan</a:t>
            </a:r>
          </a:p>
          <a:p>
            <a:pPr lvl="2"/>
            <a:r>
              <a:rPr lang="en-US" dirty="0" smtClean="0"/>
              <a:t>Update the engine as soon as possible</a:t>
            </a:r>
          </a:p>
          <a:p>
            <a:r>
              <a:rPr lang="en-US" dirty="0" smtClean="0"/>
              <a:t>Changing the game development process</a:t>
            </a:r>
          </a:p>
          <a:p>
            <a:pPr lvl="1"/>
            <a:r>
              <a:rPr lang="en-US" dirty="0" smtClean="0"/>
              <a:t>Could increase game development time</a:t>
            </a:r>
          </a:p>
          <a:p>
            <a:pPr lvl="1"/>
            <a:r>
              <a:rPr lang="en-US" dirty="0" smtClean="0"/>
              <a:t>Might make debugging even more difficult</a:t>
            </a:r>
          </a:p>
          <a:p>
            <a:pPr lvl="1"/>
            <a:r>
              <a:rPr lang="en-US" dirty="0" smtClean="0"/>
              <a:t>Contingency Plan</a:t>
            </a:r>
          </a:p>
          <a:p>
            <a:pPr lvl="2"/>
            <a:r>
              <a:rPr lang="en-US" dirty="0" smtClean="0"/>
              <a:t>Build an error logger into the client engine</a:t>
            </a:r>
          </a:p>
          <a:p>
            <a:pPr lvl="2"/>
            <a:r>
              <a:rPr lang="en-US" dirty="0" smtClean="0"/>
              <a:t>Send crash reports to the server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627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Sprint 1: </a:t>
            </a:r>
            <a:r>
              <a:rPr lang="en-US" sz="2400" dirty="0" smtClean="0"/>
              <a:t>September 19</a:t>
            </a:r>
            <a:r>
              <a:rPr lang="en-US" sz="2400" baseline="30000" dirty="0" smtClean="0"/>
              <a:t>th</a:t>
            </a:r>
            <a:r>
              <a:rPr lang="en-US" sz="2400" dirty="0" smtClean="0"/>
              <a:t> – October 3</a:t>
            </a:r>
            <a:r>
              <a:rPr lang="en-US" sz="2400" baseline="30000" dirty="0" smtClean="0"/>
              <a:t>rd</a:t>
            </a:r>
            <a:endParaRPr lang="en-US" sz="2400" dirty="0" smtClean="0"/>
          </a:p>
          <a:p>
            <a:pPr lvl="1"/>
            <a:r>
              <a:rPr lang="en-US" dirty="0" smtClean="0"/>
              <a:t>Deliverables</a:t>
            </a:r>
          </a:p>
          <a:p>
            <a:pPr lvl="2"/>
            <a:r>
              <a:rPr lang="en-US" dirty="0" smtClean="0"/>
              <a:t>Initial design document</a:t>
            </a:r>
          </a:p>
          <a:p>
            <a:pPr lvl="2"/>
            <a:r>
              <a:rPr lang="en-US" dirty="0" smtClean="0"/>
              <a:t>Initial requirements document</a:t>
            </a:r>
          </a:p>
          <a:p>
            <a:pPr lvl="1"/>
            <a:r>
              <a:rPr lang="en-US" dirty="0" smtClean="0"/>
              <a:t>Environment: Setup and Testing</a:t>
            </a:r>
            <a:endParaRPr lang="en-US" dirty="0" smtClean="0"/>
          </a:p>
          <a:p>
            <a:pPr lvl="2"/>
            <a:r>
              <a:rPr lang="en-US" dirty="0" smtClean="0"/>
              <a:t>Meeting with STB team from Mitchell</a:t>
            </a:r>
          </a:p>
          <a:p>
            <a:pPr lvl="2"/>
            <a:r>
              <a:rPr lang="en-US" dirty="0" smtClean="0"/>
              <a:t>Information exchange</a:t>
            </a:r>
          </a:p>
          <a:p>
            <a:pPr lvl="1"/>
            <a:r>
              <a:rPr lang="en-US" dirty="0" smtClean="0"/>
              <a:t>Research</a:t>
            </a:r>
          </a:p>
          <a:p>
            <a:pPr lvl="2"/>
            <a:r>
              <a:rPr lang="en-US" dirty="0" smtClean="0"/>
              <a:t>Dynamically load views on STB</a:t>
            </a:r>
          </a:p>
          <a:p>
            <a:pPr lvl="2"/>
            <a:r>
              <a:rPr lang="en-US" dirty="0" smtClean="0"/>
              <a:t>Sending game state using Protocol Buffers</a:t>
            </a:r>
          </a:p>
          <a:p>
            <a:r>
              <a:rPr lang="en-US" dirty="0" smtClean="0"/>
              <a:t>Sprint 2: </a:t>
            </a:r>
            <a:r>
              <a:rPr lang="en-US" sz="2400" dirty="0" smtClean="0"/>
              <a:t>October 10</a:t>
            </a:r>
            <a:r>
              <a:rPr lang="en-US" sz="2400" baseline="30000" dirty="0" smtClean="0"/>
              <a:t>th</a:t>
            </a:r>
            <a:r>
              <a:rPr lang="en-US" sz="2400" dirty="0" smtClean="0"/>
              <a:t> – October 31</a:t>
            </a:r>
            <a:r>
              <a:rPr lang="en-US" sz="2400" baseline="30000" dirty="0" smtClean="0"/>
              <a:t>st</a:t>
            </a:r>
            <a:r>
              <a:rPr lang="en-US" sz="2400" dirty="0" smtClean="0"/>
              <a:t> </a:t>
            </a:r>
          </a:p>
          <a:p>
            <a:pPr lvl="1"/>
            <a:r>
              <a:rPr lang="en-US" dirty="0" smtClean="0"/>
              <a:t>Begin development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Sprints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17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 err="1"/>
              <a:t>CmdLink</a:t>
            </a:r>
            <a:r>
              <a:rPr lang="en-US" dirty="0"/>
              <a:t> Design and Integration</a:t>
            </a:r>
          </a:p>
          <a:p>
            <a:pPr lvl="0"/>
            <a:r>
              <a:rPr lang="en-US" dirty="0"/>
              <a:t>Server Plugin Interface</a:t>
            </a:r>
          </a:p>
          <a:p>
            <a:pPr lvl="0"/>
            <a:r>
              <a:rPr lang="en-US" dirty="0"/>
              <a:t>Research: Server operating systems</a:t>
            </a:r>
          </a:p>
          <a:p>
            <a:pPr lvl="0"/>
            <a:r>
              <a:rPr lang="en-US" dirty="0"/>
              <a:t>Research: Security for the server</a:t>
            </a:r>
          </a:p>
          <a:p>
            <a:pPr lvl="0"/>
            <a:r>
              <a:rPr lang="en-US" dirty="0"/>
              <a:t>Research: UDP </a:t>
            </a:r>
            <a:r>
              <a:rPr lang="en-US" dirty="0" err="1"/>
              <a:t>vs</a:t>
            </a:r>
            <a:r>
              <a:rPr lang="en-US" dirty="0"/>
              <a:t> TCP</a:t>
            </a:r>
          </a:p>
          <a:p>
            <a:pPr lvl="0"/>
            <a:r>
              <a:rPr lang="en-US" dirty="0"/>
              <a:t>Research QML</a:t>
            </a:r>
          </a:p>
          <a:p>
            <a:pPr lvl="0"/>
            <a:r>
              <a:rPr lang="en-US" dirty="0"/>
              <a:t>Server Tests</a:t>
            </a:r>
          </a:p>
          <a:p>
            <a:pPr lvl="0"/>
            <a:r>
              <a:rPr lang="en-US" dirty="0"/>
              <a:t>Server Logic</a:t>
            </a:r>
          </a:p>
          <a:p>
            <a:pPr lvl="0"/>
            <a:r>
              <a:rPr lang="en-US" dirty="0"/>
              <a:t>Server-Game p</a:t>
            </a:r>
            <a:r>
              <a:rPr lang="en-US" dirty="0" smtClean="0"/>
              <a:t>lug in </a:t>
            </a:r>
            <a:r>
              <a:rPr lang="en-US" dirty="0"/>
              <a:t>Interface</a:t>
            </a:r>
          </a:p>
          <a:p>
            <a:pPr lvl="0"/>
            <a:r>
              <a:rPr lang="en-US" dirty="0"/>
              <a:t>Server Communication</a:t>
            </a:r>
          </a:p>
          <a:p>
            <a:pPr lvl="0"/>
            <a:r>
              <a:rPr lang="en-US" dirty="0"/>
              <a:t>Prove out and implement </a:t>
            </a:r>
            <a:r>
              <a:rPr lang="en-US" dirty="0" err="1"/>
              <a:t>QUiLoader</a:t>
            </a:r>
            <a:endParaRPr lang="en-US" dirty="0"/>
          </a:p>
          <a:p>
            <a:pPr lvl="0"/>
            <a:r>
              <a:rPr lang="en-US" dirty="0" smtClean="0"/>
              <a:t>Build </a:t>
            </a:r>
            <a:r>
              <a:rPr lang="en-US" dirty="0"/>
              <a:t>Template STB GUI </a:t>
            </a:r>
          </a:p>
          <a:p>
            <a:pPr lvl="0"/>
            <a:r>
              <a:rPr lang="en-US" dirty="0"/>
              <a:t>Implement Virtual </a:t>
            </a:r>
            <a:r>
              <a:rPr lang="en-US" dirty="0" smtClean="0"/>
              <a:t>APMax</a:t>
            </a:r>
          </a:p>
          <a:p>
            <a:pPr lvl="0"/>
            <a:r>
              <a:rPr lang="en-US" dirty="0" smtClean="0"/>
              <a:t>Design </a:t>
            </a:r>
            <a:r>
              <a:rPr lang="en-US" dirty="0" err="1" smtClean="0"/>
              <a:t>CmdLink</a:t>
            </a:r>
            <a:r>
              <a:rPr lang="en-US" dirty="0" smtClean="0"/>
              <a:t> message formats</a:t>
            </a:r>
          </a:p>
          <a:p>
            <a:pPr lvl="0"/>
            <a:r>
              <a:rPr lang="en-US" dirty="0" smtClean="0"/>
              <a:t>Design Protocol Buffer message structure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Backlog Outline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237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 smtClean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24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338</TotalTime>
  <Words>503</Words>
  <Application>Microsoft Office PowerPoint</Application>
  <PresentationFormat>On-screen Show (4:3)</PresentationFormat>
  <Paragraphs>133</Paragraphs>
  <Slides>12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Concourse</vt:lpstr>
      <vt:lpstr>Set Top Box Multiplayer Framework</vt:lpstr>
      <vt:lpstr>Brief Overview and Project Goals</vt:lpstr>
      <vt:lpstr>Scope of Project</vt:lpstr>
      <vt:lpstr>User Stories</vt:lpstr>
      <vt:lpstr>Design Analysis – STB (client)</vt:lpstr>
      <vt:lpstr>Design Analysis - Server</vt:lpstr>
      <vt:lpstr>Initial Architecture</vt:lpstr>
      <vt:lpstr>Constraints</vt:lpstr>
      <vt:lpstr>Risks</vt:lpstr>
      <vt:lpstr>Sprints</vt:lpstr>
      <vt:lpstr>Backlog Outline</vt:lpstr>
      <vt:lpstr>Questions?</vt:lpstr>
    </vt:vector>
  </TitlesOfParts>
  <Company>Innovative Systems LLC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 Top Box Multiplayer Framework</dc:title>
  <dc:creator>Kevin Worner</dc:creator>
  <cp:lastModifiedBy>Kevin Worner</cp:lastModifiedBy>
  <cp:revision>157</cp:revision>
  <dcterms:created xsi:type="dcterms:W3CDTF">2012-10-06T20:11:31Z</dcterms:created>
  <dcterms:modified xsi:type="dcterms:W3CDTF">2012-10-08T19:03:28Z</dcterms:modified>
</cp:coreProperties>
</file>