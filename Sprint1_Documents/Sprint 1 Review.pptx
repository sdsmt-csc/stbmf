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8" r:id="rId11"/>
    <p:sldId id="269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3" autoAdjust="0"/>
  </p:normalViewPr>
  <p:slideViewPr>
    <p:cSldViewPr>
      <p:cViewPr varScale="1">
        <p:scale>
          <a:sx n="117" d="100"/>
          <a:sy n="117" d="100"/>
        </p:scale>
        <p:origin x="-146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contingency 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  (2 min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show that we have a backlog, no need to go into </a:t>
            </a:r>
            <a:r>
              <a:rPr lang="en-US" baseline="0" smtClean="0"/>
              <a:t>great detail here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</a:t>
            </a:r>
            <a:r>
              <a:rPr lang="en-US" dirty="0" smtClean="0"/>
              <a:t>privately hosted during development</a:t>
            </a:r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 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Player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</a:t>
            </a:r>
            <a:r>
              <a:rPr lang="en-US" dirty="0" smtClean="0"/>
              <a:t>testing</a:t>
            </a:r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</a:t>
            </a:r>
            <a:r>
              <a:rPr lang="en-US" dirty="0" smtClean="0"/>
              <a:t>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Implementation </a:t>
            </a:r>
            <a:r>
              <a:rPr lang="en-US" dirty="0"/>
              <a:t>#1 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Implementation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  <a:endParaRPr lang="en-US" dirty="0" smtClean="0"/>
          </a:p>
          <a:p>
            <a:pPr lvl="2"/>
            <a:r>
              <a:rPr lang="en-US" dirty="0" smtClean="0"/>
              <a:t>Protocol Buffers</a:t>
            </a:r>
            <a:endParaRPr lang="en-US" dirty="0" smtClean="0"/>
          </a:p>
          <a:p>
            <a:pPr lvl="1"/>
            <a:r>
              <a:rPr lang="en-US" dirty="0" smtClean="0"/>
              <a:t>Debug Log</a:t>
            </a:r>
          </a:p>
          <a:p>
            <a:pPr lvl="1"/>
            <a:r>
              <a:rPr lang="en-US" dirty="0" smtClean="0"/>
              <a:t>Two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</a:t>
            </a:r>
            <a:r>
              <a:rPr lang="en-US" dirty="0" smtClean="0"/>
              <a:t>UI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Individual </a:t>
            </a:r>
            <a:r>
              <a:rPr lang="en-US" dirty="0"/>
              <a:t>game framework</a:t>
            </a:r>
          </a:p>
          <a:p>
            <a:pPr lvl="1"/>
            <a:r>
              <a:rPr lang="en-US" dirty="0"/>
              <a:t>Each game contains its own UI engine</a:t>
            </a:r>
          </a:p>
          <a:p>
            <a:pPr lvl="1"/>
            <a:r>
              <a:rPr lang="en-US" dirty="0"/>
              <a:t>Games use </a:t>
            </a:r>
            <a:r>
              <a:rPr lang="en-US" dirty="0" smtClean="0"/>
              <a:t>same communications as Implementation #1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</a:t>
            </a:r>
            <a:r>
              <a:rPr lang="en-US" dirty="0" smtClean="0"/>
              <a:t>environment</a:t>
            </a:r>
          </a:p>
          <a:p>
            <a:pPr lvl="1"/>
            <a:r>
              <a:rPr lang="en-US" dirty="0" smtClean="0"/>
              <a:t>Portable to Azure</a:t>
            </a:r>
            <a:endParaRPr lang="en-US" dirty="0" smtClean="0"/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</a:t>
            </a:r>
            <a:r>
              <a:rPr lang="en-US" dirty="0" smtClean="0"/>
              <a:t>each multiplayer </a:t>
            </a:r>
            <a:r>
              <a:rPr lang="en-US" dirty="0" smtClean="0"/>
              <a:t>game </a:t>
            </a:r>
            <a:r>
              <a:rPr lang="en-US" dirty="0" smtClean="0"/>
              <a:t>instance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</a:t>
            </a:r>
            <a:r>
              <a:rPr lang="en-US" dirty="0" smtClean="0"/>
              <a:t>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 </a:t>
            </a:r>
            <a:r>
              <a:rPr lang="en-US" dirty="0" smtClean="0"/>
              <a:t>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one server</a:t>
            </a:r>
            <a:br>
              <a:rPr lang="en-US" dirty="0" smtClean="0"/>
            </a:br>
            <a:r>
              <a:rPr lang="en-US" dirty="0" smtClean="0"/>
              <a:t>can’t handle all game A.I.</a:t>
            </a:r>
            <a:endParaRPr lang="en-US" dirty="0" smtClean="0"/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  <a:endParaRPr lang="en-US" dirty="0" smtClean="0"/>
          </a:p>
          <a:p>
            <a:r>
              <a:rPr lang="en-US" dirty="0" smtClean="0"/>
              <a:t>Client</a:t>
            </a:r>
            <a:endParaRPr lang="en-US" dirty="0" smtClean="0"/>
          </a:p>
          <a:p>
            <a:pPr lvl="1"/>
            <a:r>
              <a:rPr lang="en-US" dirty="0" smtClean="0"/>
              <a:t>Set Top </a:t>
            </a:r>
            <a:r>
              <a:rPr lang="en-US" dirty="0" smtClean="0"/>
              <a:t>Bo</a:t>
            </a:r>
            <a:r>
              <a:rPr lang="en-US" dirty="0" smtClean="0"/>
              <a:t>x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38862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3886200"/>
            <a:ext cx="0" cy="685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</a:t>
            </a:r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  <a:endParaRPr lang="en-US" dirty="0" smtClean="0"/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server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Testing Environment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Begin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</a:t>
            </a:r>
            <a:r>
              <a:rPr lang="en-US" dirty="0"/>
              <a:t>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330</TotalTime>
  <Words>500</Words>
  <Application>Microsoft Office PowerPoint</Application>
  <PresentationFormat>On-screen Show (4:3)</PresentationFormat>
  <Paragraphs>133</Paragraphs>
  <Slides>12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Concourse</vt:lpstr>
      <vt:lpstr>Set Top Box Multiplayer Framework</vt:lpstr>
      <vt:lpstr>Brief Overview and Project Goals</vt:lpstr>
      <vt:lpstr>Scope of Project</vt:lpstr>
      <vt:lpstr>User Stories</vt:lpstr>
      <vt:lpstr>Design Analysis – STB (client)</vt:lpstr>
      <vt:lpstr>Design Analysis - Server</vt:lpstr>
      <vt:lpstr>Initial Architecture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David Jarman</cp:lastModifiedBy>
  <cp:revision>155</cp:revision>
  <dcterms:created xsi:type="dcterms:W3CDTF">2012-10-06T20:11:31Z</dcterms:created>
  <dcterms:modified xsi:type="dcterms:W3CDTF">2012-10-08T17:37:15Z</dcterms:modified>
</cp:coreProperties>
</file>