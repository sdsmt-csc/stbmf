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notesMasterIdLst>
    <p:notesMasterId r:id="rId14"/>
  </p:notesMasterIdLst>
  <p:sldIdLst>
    <p:sldId id="256" r:id="rId2"/>
    <p:sldId id="257" r:id="rId3"/>
    <p:sldId id="261" r:id="rId4"/>
    <p:sldId id="258" r:id="rId5"/>
    <p:sldId id="259" r:id="rId6"/>
    <p:sldId id="260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7513" autoAdjust="0"/>
  </p:normalViewPr>
  <p:slideViewPr>
    <p:cSldViewPr>
      <p:cViewPr varScale="1">
        <p:scale>
          <a:sx n="77" d="100"/>
          <a:sy n="77" d="100"/>
        </p:scale>
        <p:origin x="-102" y="-94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B4DD35-6E11-43E5-91A4-D3C24AD61D59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96A064-7C2B-4BD1-B717-284E7E6AAF6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596085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(30</a:t>
            </a:r>
            <a:r>
              <a:rPr lang="en-US" baseline="0" dirty="0" smtClean="0"/>
              <a:t> seconds)</a:t>
            </a:r>
            <a:r>
              <a:rPr lang="en-US" dirty="0" smtClean="0"/>
              <a:t> Introduction – Marshall</a:t>
            </a:r>
            <a:r>
              <a:rPr lang="en-US" baseline="0" dirty="0" smtClean="0"/>
              <a:t> introduces the team, each person introduces themselves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502979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Jarman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559212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Kevin</a:t>
            </a:r>
            <a:r>
              <a:rPr lang="en-US" baseline="0" dirty="0" smtClean="0"/>
              <a:t> 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16840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Marshall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387957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smtClean="0"/>
              <a:t>David + Kevin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997180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Risks, risk analysis, mitigation and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contigency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plan  (2 min)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64912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Budget   (1 min) ??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95624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Deliverables  (30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secs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–Requirements</a:t>
            </a:r>
            <a:r>
              <a:rPr lang="en-US" sz="1200" b="0" i="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and design document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4577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Questions  (5 </a:t>
            </a:r>
            <a:r>
              <a:rPr lang="en-US" sz="1200" b="0" i="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mins</a:t>
            </a:r>
            <a:r>
              <a:rPr lang="en-US" sz="1200" b="0" i="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196A064-7C2B-4BD1-B717-284E7E6AAF69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5462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ight Triangle 9"/>
          <p:cNvSpPr/>
          <p:nvPr/>
        </p:nvSpPr>
        <p:spPr>
          <a:xfrm>
            <a:off x="-2" y="4664147"/>
            <a:ext cx="9151089" cy="0"/>
          </a:xfrm>
          <a:prstGeom prst="rtTriangle">
            <a:avLst/>
          </a:prstGeom>
          <a:gradFill flip="none" rotWithShape="1">
            <a:gsLst>
              <a:gs pos="0">
                <a:schemeClr val="accent1">
                  <a:shade val="35000"/>
                  <a:satMod val="170000"/>
                  <a:alpha val="100000"/>
                </a:schemeClr>
              </a:gs>
              <a:gs pos="55000">
                <a:schemeClr val="accent1">
                  <a:tint val="90000"/>
                  <a:satMod val="150000"/>
                  <a:alpha val="100000"/>
                </a:schemeClr>
              </a:gs>
              <a:gs pos="100000">
                <a:schemeClr val="accent1">
                  <a:shade val="35000"/>
                  <a:satMod val="170000"/>
                  <a:alpha val="100000"/>
                </a:schemeClr>
              </a:gs>
            </a:gsLst>
            <a:lin ang="3000000" scaled="1"/>
            <a:tileRect/>
          </a:gradFill>
          <a:ln w="12700" cap="rnd" cmpd="thickThin" algn="ctr">
            <a:noFill/>
            <a:prstDash val="solid"/>
          </a:ln>
          <a:effectLst/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sp>
        <p:nvSpPr>
          <p:cNvPr id="9" name="Title 8"/>
          <p:cNvSpPr>
            <a:spLocks noGrp="1"/>
          </p:cNvSpPr>
          <p:nvPr>
            <p:ph type="ctrTitle"/>
          </p:nvPr>
        </p:nvSpPr>
        <p:spPr>
          <a:xfrm>
            <a:off x="685800" y="1752601"/>
            <a:ext cx="7772400" cy="1829761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defRPr sz="4800" b="1">
                <a:solidFill>
                  <a:schemeClr val="tx2"/>
                </a:solidFill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17" name="Subtitle 16"/>
          <p:cNvSpPr>
            <a:spLocks noGrp="1"/>
          </p:cNvSpPr>
          <p:nvPr>
            <p:ph type="subTitle" idx="1"/>
          </p:nvPr>
        </p:nvSpPr>
        <p:spPr>
          <a:xfrm>
            <a:off x="685800" y="3611607"/>
            <a:ext cx="7772400" cy="1199704"/>
          </a:xfrm>
        </p:spPr>
        <p:txBody>
          <a:bodyPr lIns="45720" rIns="45720"/>
          <a:lstStyle>
            <a:lvl1pPr marL="0" marR="64008" indent="0" algn="r">
              <a:buNone/>
              <a:defRPr>
                <a:solidFill>
                  <a:schemeClr val="tx2"/>
                </a:solidFill>
              </a:defRPr>
            </a:lvl1pPr>
            <a:lvl2pPr marL="457200" indent="0" algn="ctr">
              <a:buNone/>
            </a:lvl2pPr>
            <a:lvl3pPr marL="914400" indent="0" algn="ctr">
              <a:buNone/>
            </a:lvl3pPr>
            <a:lvl4pPr marL="1371600" indent="0" algn="ctr">
              <a:buNone/>
            </a:lvl4pPr>
            <a:lvl5pPr marL="1828800" indent="0" algn="ctr">
              <a:buNone/>
            </a:lvl5pPr>
            <a:lvl6pPr marL="2286000" indent="0" algn="ctr">
              <a:buNone/>
            </a:lvl6pPr>
            <a:lvl7pPr marL="2743200" indent="0" algn="ctr">
              <a:buNone/>
            </a:lvl7pPr>
            <a:lvl8pPr marL="3200400" indent="0" algn="ctr">
              <a:buNone/>
            </a:lvl8pPr>
            <a:lvl9pPr marL="3657600" indent="0" algn="ctr">
              <a:buNone/>
            </a:lvl9pPr>
            <a:extLst/>
          </a:lstStyle>
          <a:p>
            <a:r>
              <a:rPr kumimoji="0" lang="en-US" smtClean="0"/>
              <a:t>Click to edit Master subtitle style</a:t>
            </a:r>
            <a:endParaRPr kumimoji="0" lang="en-US"/>
          </a:p>
        </p:txBody>
      </p:sp>
      <p:grpSp>
        <p:nvGrpSpPr>
          <p:cNvPr id="2" name="Group 1"/>
          <p:cNvGrpSpPr/>
          <p:nvPr/>
        </p:nvGrpSpPr>
        <p:grpSpPr>
          <a:xfrm>
            <a:off x="-3765" y="4953000"/>
            <a:ext cx="9147765" cy="1912088"/>
            <a:chOff x="-3765" y="4832896"/>
            <a:chExt cx="9147765" cy="2032192"/>
          </a:xfrm>
        </p:grpSpPr>
        <p:sp>
          <p:nvSpPr>
            <p:cNvPr id="7" name="Freeform 6"/>
            <p:cNvSpPr>
              <a:spLocks/>
            </p:cNvSpPr>
            <p:nvPr/>
          </p:nvSpPr>
          <p:spPr bwMode="auto">
            <a:xfrm>
              <a:off x="1687513" y="4832896"/>
              <a:ext cx="7456487" cy="518816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4697" y="0"/>
                </a:cxn>
                <a:cxn ang="0">
                  <a:pos x="4697" y="367"/>
                </a:cxn>
                <a:cxn ang="0">
                  <a:pos x="0" y="218"/>
                </a:cxn>
                <a:cxn ang="0">
                  <a:pos x="4697" y="0"/>
                </a:cxn>
              </a:cxnLst>
              <a:rect l="0" t="0" r="0" b="0"/>
              <a:pathLst>
                <a:path w="4697" h="367">
                  <a:moveTo>
                    <a:pt x="4697" y="0"/>
                  </a:moveTo>
                  <a:lnTo>
                    <a:pt x="4697" y="367"/>
                  </a:lnTo>
                  <a:lnTo>
                    <a:pt x="0" y="218"/>
                  </a:lnTo>
                  <a:lnTo>
                    <a:pt x="4697" y="0"/>
                  </a:lnTo>
                  <a:close/>
                </a:path>
              </a:pathLst>
            </a:custGeom>
            <a:solidFill>
              <a:schemeClr val="accent1">
                <a:tint val="65000"/>
                <a:satMod val="115000"/>
                <a:alpha val="40000"/>
              </a:scheme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8" name="Freeform 7"/>
            <p:cNvSpPr>
              <a:spLocks/>
            </p:cNvSpPr>
            <p:nvPr/>
          </p:nvSpPr>
          <p:spPr bwMode="auto">
            <a:xfrm>
              <a:off x="35443" y="5135526"/>
              <a:ext cx="9108557" cy="838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5760" y="0"/>
                </a:cxn>
                <a:cxn ang="0">
                  <a:pos x="5760" y="528"/>
                </a:cxn>
                <a:cxn ang="0">
                  <a:pos x="48" y="0"/>
                </a:cxn>
              </a:cxnLst>
              <a:rect l="0" t="0" r="0" b="0"/>
              <a:pathLst>
                <a:path w="5760" h="528">
                  <a:moveTo>
                    <a:pt x="0" y="0"/>
                  </a:moveTo>
                  <a:lnTo>
                    <a:pt x="5760" y="0"/>
                  </a:lnTo>
                  <a:lnTo>
                    <a:pt x="5760" y="528"/>
                  </a:lnTo>
                  <a:lnTo>
                    <a:pt x="48" y="0"/>
                  </a:lnTo>
                </a:path>
              </a:pathLst>
            </a:custGeom>
            <a:solidFill>
              <a:srgbClr val="000000">
                <a:alpha val="100000"/>
              </a:srgbClr>
            </a:solidFill>
            <a:ln w="9525" cap="flat" cmpd="sng" algn="ctr">
              <a:noFill/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square" lIns="91440" tIns="45720" rIns="91440" bIns="45720" anchor="t" compatLnSpc="1"/>
            <a:lstStyle>
              <a:extLst/>
            </a:lstStyle>
            <a:p>
              <a:endParaRPr kumimoji="0" lang="en-US"/>
            </a:p>
          </p:txBody>
        </p:sp>
        <p:sp>
          <p:nvSpPr>
            <p:cNvPr id="11" name="Freeform 10"/>
            <p:cNvSpPr>
              <a:spLocks/>
            </p:cNvSpPr>
            <p:nvPr/>
          </p:nvSpPr>
          <p:spPr bwMode="auto">
            <a:xfrm>
              <a:off x="0" y="4883888"/>
              <a:ext cx="9144000" cy="1981200"/>
            </a:xfrm>
            <a:custGeom>
              <a:avLst>
                <a:gd name="A1" fmla="val 0"/>
                <a:gd name="A2" fmla="val 0"/>
                <a:gd name="A3" fmla="val 0"/>
                <a:gd name="A4" fmla="val 0"/>
                <a:gd name="A5" fmla="val 0"/>
                <a:gd name="A6" fmla="val 0"/>
                <a:gd name="A7" fmla="val 0"/>
                <a:gd name="A8" fmla="val 0"/>
              </a:avLst>
              <a:gdLst/>
              <a:ahLst/>
              <a:cxnLst>
                <a:cxn ang="0">
                  <a:pos x="0" y="0"/>
                </a:cxn>
                <a:cxn ang="0">
                  <a:pos x="0" y="1248"/>
                </a:cxn>
                <a:cxn ang="0">
                  <a:pos x="5760" y="1248"/>
                </a:cxn>
                <a:cxn ang="0">
                  <a:pos x="5760" y="528"/>
                </a:cxn>
                <a:cxn ang="0">
                  <a:pos x="0" y="0"/>
                </a:cxn>
              </a:cxnLst>
              <a:rect l="0" t="0" r="0" b="0"/>
              <a:pathLst>
                <a:path w="5760" h="1248">
                  <a:moveTo>
                    <a:pt x="0" y="0"/>
                  </a:moveTo>
                  <a:lnTo>
                    <a:pt x="0" y="1248"/>
                  </a:lnTo>
                  <a:lnTo>
                    <a:pt x="5760" y="1248"/>
                  </a:lnTo>
                  <a:lnTo>
                    <a:pt x="5760" y="5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50000"/>
              </a:blip>
              <a:tile tx="0" ty="0" sx="50000" sy="50000" flip="none" algn="t"/>
            </a:blipFill>
            <a:ln w="12700" cap="rnd" cmpd="thickThin" algn="ctr">
              <a:noFill/>
              <a:prstDash val="solid"/>
            </a:ln>
            <a:effectLst>
              <a:fillOverlay blend="mult">
                <a:gradFill flip="none" rotWithShape="1">
                  <a:gsLst>
                    <a:gs pos="0">
                      <a:schemeClr val="accent1">
                        <a:shade val="20000"/>
                        <a:satMod val="176000"/>
                        <a:alpha val="100000"/>
                      </a:schemeClr>
                    </a:gs>
                    <a:gs pos="18000">
                      <a:schemeClr val="accent1">
                        <a:shade val="48000"/>
                        <a:satMod val="153000"/>
                        <a:alpha val="100000"/>
                      </a:schemeClr>
                    </a:gs>
                    <a:gs pos="43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45000">
                      <a:schemeClr val="accent1">
                        <a:tint val="85000"/>
                        <a:satMod val="150000"/>
                        <a:alpha val="100000"/>
                      </a:schemeClr>
                    </a:gs>
                    <a:gs pos="50000">
                      <a:schemeClr val="accent1">
                        <a:tint val="86000"/>
                        <a:satMod val="149000"/>
                        <a:alpha val="100000"/>
                      </a:schemeClr>
                    </a:gs>
                    <a:gs pos="79000">
                      <a:schemeClr val="accent1">
                        <a:shade val="53000"/>
                        <a:satMod val="150000"/>
                        <a:alpha val="100000"/>
                      </a:schemeClr>
                    </a:gs>
                    <a:gs pos="100000">
                      <a:schemeClr val="accent1">
                        <a:shade val="25000"/>
                        <a:satMod val="170000"/>
                        <a:alpha val="100000"/>
                      </a:schemeClr>
                    </a:gs>
                  </a:gsLst>
                  <a:lin ang="450000" scaled="1"/>
                  <a:tileRect/>
                </a:gradFill>
              </a:fillOverlay>
            </a:effectLst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vert="horz" wrap="square" lIns="91440" tIns="45720" rIns="91440" bIns="45720" anchor="ctr" compatLnSpc="1"/>
            <a:lstStyle>
              <a:extLst/>
            </a:lstStyle>
            <a:p>
              <a:pPr algn="ctr" eaLnBrk="1" latinLnBrk="0" hangingPunct="1"/>
              <a:endParaRPr kumimoji="0" lang="en-US"/>
            </a:p>
          </p:txBody>
        </p:sp>
        <p:cxnSp>
          <p:nvCxnSpPr>
            <p:cNvPr id="12" name="Straight Connector 11"/>
            <p:cNvCxnSpPr/>
            <p:nvPr/>
          </p:nvCxnSpPr>
          <p:spPr>
            <a:xfrm>
              <a:off x="-3765" y="4880373"/>
              <a:ext cx="9147765" cy="839943"/>
            </a:xfrm>
            <a:prstGeom prst="line">
              <a:avLst/>
            </a:prstGeom>
            <a:noFill/>
            <a:ln w="12065" cap="flat" cmpd="sng" algn="ctr">
              <a:gradFill>
                <a:gsLst>
                  <a:gs pos="45000">
                    <a:schemeClr val="accent1">
                      <a:tint val="70000"/>
                      <a:satMod val="110000"/>
                    </a:schemeClr>
                  </a:gs>
                  <a:gs pos="15000">
                    <a:schemeClr val="accent1">
                      <a:shade val="40000"/>
                      <a:satMod val="110000"/>
                    </a:schemeClr>
                  </a:gs>
                </a:gsLst>
                <a:lin ang="5400000" scaled="1"/>
              </a:gradFill>
              <a:prstDash val="solid"/>
              <a:miter lim="800000"/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0" name="Date Placeholder 29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19" name="Footer Placeholder 18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tint val="20000"/>
                  </a:schemeClr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27" name="Slide Number Placeholder 2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Title 6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76" y="1059712"/>
            <a:ext cx="7772400" cy="1828800"/>
          </a:xfrm>
        </p:spPr>
        <p:txBody>
          <a:bodyPr vert="horz" anchor="b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lvl1pPr algn="r">
              <a:buNone/>
              <a:defRPr sz="4800" b="1" cap="none" baseline="0">
                <a:effectLst>
                  <a:outerShdw blurRad="31750" dist="25400" dir="540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922713" y="2931712"/>
            <a:ext cx="4572000" cy="1454888"/>
          </a:xfrm>
        </p:spPr>
        <p:txBody>
          <a:bodyPr lIns="91440" rIns="91440" anchor="t"/>
          <a:lstStyle>
            <a:lvl1pPr marL="0" indent="0" algn="l">
              <a:buNone/>
              <a:defRPr sz="2300">
                <a:solidFill>
                  <a:schemeClr val="tx1"/>
                </a:solidFill>
              </a:defRPr>
            </a:lvl1pPr>
            <a:lvl2pPr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hevron 6"/>
          <p:cNvSpPr/>
          <p:nvPr/>
        </p:nvSpPr>
        <p:spPr>
          <a:xfrm>
            <a:off x="3636680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8" name="Chevron 7"/>
          <p:cNvSpPr/>
          <p:nvPr/>
        </p:nvSpPr>
        <p:spPr>
          <a:xfrm>
            <a:off x="3450264" y="3005472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481328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woTxTwoObj" preserve="1">
  <p:cSld name="Comparis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8229600" cy="1143000"/>
          </a:xfrm>
        </p:spPr>
        <p:txBody>
          <a:bodyPr anchor="ctr"/>
          <a:lstStyle>
            <a:lvl1pPr>
              <a:defRPr/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5410200"/>
            <a:ext cx="4040188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3"/>
          </p:nvPr>
        </p:nvSpPr>
        <p:spPr>
          <a:xfrm>
            <a:off x="4645026" y="5410200"/>
            <a:ext cx="4041775" cy="762000"/>
          </a:xfrm>
          <a:solidFill>
            <a:schemeClr val="accent1"/>
          </a:solidFill>
          <a:ln w="9652">
            <a:solidFill>
              <a:schemeClr val="accent1"/>
            </a:solidFill>
            <a:miter lim="800000"/>
          </a:ln>
        </p:spPr>
        <p:txBody>
          <a:bodyPr lIns="182880" anchor="ctr"/>
          <a:lstStyle>
            <a:lvl1pPr marL="0" indent="0">
              <a:buNone/>
              <a:defRPr sz="2400" b="0">
                <a:solidFill>
                  <a:schemeClr val="bg1"/>
                </a:solidFill>
              </a:defRPr>
            </a:lvl1pPr>
            <a:lvl2pPr>
              <a:buNone/>
              <a:defRPr sz="2000" b="1"/>
            </a:lvl2pPr>
            <a:lvl3pPr>
              <a:buNone/>
              <a:defRPr sz="1800" b="1"/>
            </a:lvl3pPr>
            <a:lvl4pPr>
              <a:buNone/>
              <a:defRPr sz="1600" b="1"/>
            </a:lvl4pPr>
            <a:lvl5pPr>
              <a:buNone/>
              <a:defRPr sz="1600" b="1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5" name="Content Placeholder 4"/>
          <p:cNvSpPr>
            <a:spLocks noGrp="1"/>
          </p:cNvSpPr>
          <p:nvPr>
            <p:ph sz="quarter" idx="2"/>
          </p:nvPr>
        </p:nvSpPr>
        <p:spPr>
          <a:xfrm>
            <a:off x="457200" y="1444294"/>
            <a:ext cx="4040188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444294"/>
            <a:ext cx="4041775" cy="3941763"/>
          </a:xfrm>
          <a:ln>
            <a:noFill/>
            <a:prstDash val="sysDash"/>
            <a:miter lim="800000"/>
          </a:ln>
        </p:spPr>
        <p:txBody>
          <a:bodyPr/>
          <a:lstStyle>
            <a:lvl1pPr>
              <a:spcBef>
                <a:spcPts val="0"/>
              </a:spcBef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4876800"/>
            <a:ext cx="7481776" cy="457200"/>
          </a:xfrm>
        </p:spPr>
        <p:txBody>
          <a:bodyPr vert="horz" anchor="t">
            <a:noAutofit/>
            <a:sp3d prstMaterial="softEdge">
              <a:bevelT w="0" h="0"/>
            </a:sp3d>
          </a:bodyPr>
          <a:lstStyle>
            <a:lvl1pPr algn="r">
              <a:buNone/>
              <a:defRPr sz="2500" b="0">
                <a:solidFill>
                  <a:schemeClr val="accent1"/>
                </a:solidFill>
                <a:effectLst/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>
          <a:xfrm>
            <a:off x="4419600" y="5355102"/>
            <a:ext cx="3974592" cy="914400"/>
          </a:xfrm>
        </p:spPr>
        <p:txBody>
          <a:bodyPr/>
          <a:lstStyle>
            <a:lvl1pPr marL="0" indent="0" algn="r">
              <a:buNone/>
              <a:defRPr sz="1600"/>
            </a:lvl1pPr>
            <a:lvl2pPr>
              <a:buNone/>
              <a:defRPr sz="1200"/>
            </a:lvl2pPr>
            <a:lvl3pPr>
              <a:buNone/>
              <a:defRPr sz="1000"/>
            </a:lvl3pPr>
            <a:lvl4pPr>
              <a:buNone/>
              <a:defRPr sz="900"/>
            </a:lvl4pPr>
            <a:lvl5pPr>
              <a:buNone/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1"/>
          </p:nvPr>
        </p:nvSpPr>
        <p:spPr>
          <a:xfrm>
            <a:off x="914400" y="274320"/>
            <a:ext cx="7479792" cy="45720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6727032" y="6407944"/>
            <a:ext cx="1920240" cy="365760"/>
          </a:xfrm>
        </p:spPr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232" y="5443402"/>
            <a:ext cx="7162800" cy="648232"/>
          </a:xfrm>
          <a:noFill/>
        </p:spPr>
        <p:txBody>
          <a:bodyPr lIns="91440" tIns="0" rIns="91440" anchor="t"/>
          <a:lstStyle>
            <a:lvl1pPr marL="0" marR="18288" indent="0" algn="r">
              <a:buNone/>
              <a:defRPr sz="1400"/>
            </a:lvl1pPr>
            <a:lvl2pPr>
              <a:defRPr sz="1200"/>
            </a:lvl2pPr>
            <a:lvl3pPr>
              <a:defRPr sz="1000"/>
            </a:lvl3pPr>
            <a:lvl4pPr>
              <a:defRPr sz="900"/>
            </a:lvl4pPr>
            <a:lvl5pPr>
              <a:defRPr sz="900"/>
            </a:lvl5pPr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28600" y="189968"/>
            <a:ext cx="8686800" cy="4389120"/>
          </a:xfrm>
          <a:prstGeom prst="rect">
            <a:avLst/>
          </a:prstGeom>
          <a:solidFill>
            <a:schemeClr val="bg2"/>
          </a:solidFill>
          <a:ln>
            <a:solidFill>
              <a:schemeClr val="bg1"/>
            </a:solidFill>
          </a:ln>
          <a:effectLst>
            <a:innerShdw blurRad="95250">
              <a:srgbClr val="000000"/>
            </a:innerShdw>
          </a:effectLst>
        </p:spPr>
        <p:txBody>
          <a:bodyPr/>
          <a:lstStyle>
            <a:lvl1pPr marL="0" indent="0">
              <a:buNone/>
              <a:defRPr sz="3200"/>
            </a:lvl1pPr>
            <a:extLst/>
          </a:lstStyle>
          <a:p>
            <a:r>
              <a:rPr kumimoji="0" lang="en-US" smtClean="0"/>
              <a:t>Click icon to add picture</a:t>
            </a:r>
            <a:endParaRPr kumimoji="0"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380072" y="6407944"/>
            <a:ext cx="2350681" cy="36512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28600" y="4865122"/>
            <a:ext cx="8075432" cy="562672"/>
          </a:xfrm>
          <a:noFill/>
        </p:spPr>
        <p:txBody>
          <a:bodyPr anchor="t">
            <a:sp3d prstMaterial="softEdge"/>
          </a:bodyPr>
          <a:lstStyle>
            <a:lvl1pPr marR="0" algn="r">
              <a:buNone/>
              <a:defRPr sz="3000" b="0">
                <a:solidFill>
                  <a:schemeClr val="accent1"/>
                </a:solidFill>
                <a:effectLst>
                  <a:outerShdw blurRad="50800" dist="25000" dir="5400000" algn="t" rotWithShape="0">
                    <a:prstClr val="black">
                      <a:alpha val="45000"/>
                    </a:prstClr>
                  </a:outerShdw>
                </a:effectLst>
              </a:defRPr>
            </a:lvl1pPr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8" name="Freeform 7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9" name="Freeform 8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0" name="Right Triangle 9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2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1" name="Straight Connector 10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hevron 11"/>
          <p:cNvSpPr/>
          <p:nvPr/>
        </p:nvSpPr>
        <p:spPr>
          <a:xfrm>
            <a:off x="8664112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  <p:sp>
        <p:nvSpPr>
          <p:cNvPr id="13" name="Chevron 12"/>
          <p:cNvSpPr/>
          <p:nvPr/>
        </p:nvSpPr>
        <p:spPr>
          <a:xfrm>
            <a:off x="8477696" y="4988440"/>
            <a:ext cx="182880" cy="228600"/>
          </a:xfrm>
          <a:prstGeom prst="chevron">
            <a:avLst>
              <a:gd name="adj" fmla="val 50000"/>
            </a:avLst>
          </a:prstGeom>
          <a:gradFill flip="none" rotWithShape="1">
            <a:gsLst>
              <a:gs pos="0">
                <a:schemeClr val="accent1">
                  <a:shade val="60000"/>
                  <a:satMod val="125000"/>
                </a:schemeClr>
              </a:gs>
              <a:gs pos="72000">
                <a:schemeClr val="accent1">
                  <a:tint val="90000"/>
                  <a:satMod val="138000"/>
                </a:schemeClr>
              </a:gs>
              <a:gs pos="100000">
                <a:schemeClr val="accent1">
                  <a:tint val="76000"/>
                  <a:satMod val="136000"/>
                </a:schemeClr>
              </a:gs>
            </a:gsLst>
            <a:lin ang="16200000" scaled="0"/>
          </a:gradFill>
          <a:ln w="3175" cap="rnd" cmpd="sng" algn="ctr">
            <a:solidFill>
              <a:schemeClr val="accent1">
                <a:shade val="50000"/>
              </a:schemeClr>
            </a:solidFill>
            <a:prstDash val="solid"/>
          </a:ln>
          <a:effectLst>
            <a:outerShdw blurRad="50800" dist="25400" dir="5400000">
              <a:srgbClr val="000000">
                <a:alpha val="46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anchor="ctr"/>
          <a:lstStyle>
            <a:extLst/>
          </a:lstStyle>
          <a:p>
            <a:pPr algn="l" eaLnBrk="1" latinLnBrk="0" hangingPunct="1"/>
            <a:endParaRPr kumimoji="0" lang="en-US"/>
          </a:p>
        </p:txBody>
      </p:sp>
    </p:spTree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1481329"/>
            <a:ext cx="8229600" cy="4386071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844013" y="274640"/>
            <a:ext cx="1777470" cy="5592761"/>
          </a:xfrm>
        </p:spPr>
        <p:txBody>
          <a:bodyPr vert="eaVert"/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41"/>
            <a:ext cx="6324600" cy="5592760"/>
          </a:xfrm>
        </p:spPr>
        <p:txBody>
          <a:bodyPr vert="eaVert"/>
          <a:lstStyle>
            <a:extLst/>
          </a:lstStyle>
          <a:p>
            <a:pPr lvl="0" eaLnBrk="1" latinLnBrk="0" hangingPunct="1"/>
            <a:r>
              <a:rPr lang="en-US" smtClean="0"/>
              <a:t>Click to edit Master text styles</a:t>
            </a:r>
          </a:p>
          <a:p>
            <a:pPr lvl="1" eaLnBrk="1" latinLnBrk="0" hangingPunct="1"/>
            <a:r>
              <a:rPr lang="en-US" smtClean="0"/>
              <a:t>Second level</a:t>
            </a:r>
          </a:p>
          <a:p>
            <a:pPr lvl="2" eaLnBrk="1" latinLnBrk="0" hangingPunct="1"/>
            <a:r>
              <a:rPr lang="en-US" smtClean="0"/>
              <a:t>Third level</a:t>
            </a:r>
          </a:p>
          <a:p>
            <a:pPr lvl="3" eaLnBrk="1" latinLnBrk="0" hangingPunct="1"/>
            <a:r>
              <a:rPr lang="en-US" smtClean="0"/>
              <a:t>Fourth level</a:t>
            </a:r>
          </a:p>
          <a:p>
            <a:pPr lvl="4" eaLnBrk="1" latinLnBrk="0" hangingPunct="1"/>
            <a:r>
              <a:rPr lang="en-US" smtClean="0"/>
              <a:t>Fifth level</a:t>
            </a:r>
            <a:endParaRPr kumimoji="0"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extLst/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e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Freeform 12"/>
          <p:cNvSpPr>
            <a:spLocks/>
          </p:cNvSpPr>
          <p:nvPr/>
        </p:nvSpPr>
        <p:spPr bwMode="auto">
          <a:xfrm>
            <a:off x="499273" y="5944936"/>
            <a:ext cx="4940624" cy="921076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7485" h="337">
                <a:moveTo>
                  <a:pt x="0" y="2"/>
                </a:moveTo>
                <a:lnTo>
                  <a:pt x="7485" y="337"/>
                </a:lnTo>
                <a:lnTo>
                  <a:pt x="5558" y="337"/>
                </a:lnTo>
                <a:lnTo>
                  <a:pt x="1" y="0"/>
                </a:lnTo>
              </a:path>
            </a:pathLst>
          </a:custGeom>
          <a:solidFill>
            <a:schemeClr val="accent1">
              <a:tint val="65000"/>
              <a:satMod val="115000"/>
              <a:alpha val="40000"/>
            </a:scheme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2" name="Freeform 11"/>
          <p:cNvSpPr>
            <a:spLocks/>
          </p:cNvSpPr>
          <p:nvPr/>
        </p:nvSpPr>
        <p:spPr bwMode="auto">
          <a:xfrm>
            <a:off x="485717" y="5939011"/>
            <a:ext cx="3690451" cy="933450"/>
          </a:xfrm>
          <a:custGeom>
            <a:avLst>
              <a:gd name="A1" fmla="val 0"/>
              <a:gd name="A2" fmla="val 0"/>
              <a:gd name="A3" fmla="val 0"/>
              <a:gd name="A4" fmla="val 0"/>
              <a:gd name="A5" fmla="val 0"/>
              <a:gd name="A6" fmla="val 0"/>
              <a:gd name="A7" fmla="val 0"/>
              <a:gd name="A8" fmla="val 0"/>
            </a:avLst>
            <a:gdLst/>
            <a:ahLst/>
            <a:cxnLst>
              <a:cxn ang="0">
                <a:pos x="0" y="0"/>
              </a:cxn>
              <a:cxn ang="0">
                <a:pos x="5760" y="0"/>
              </a:cxn>
              <a:cxn ang="0">
                <a:pos x="5760" y="528"/>
              </a:cxn>
              <a:cxn ang="0">
                <a:pos x="48" y="0"/>
              </a:cxn>
            </a:cxnLst>
            <a:rect l="0" t="0" r="0" b="0"/>
            <a:pathLst>
              <a:path w="5591" h="588">
                <a:moveTo>
                  <a:pt x="0" y="0"/>
                </a:moveTo>
                <a:lnTo>
                  <a:pt x="5591" y="585"/>
                </a:lnTo>
                <a:lnTo>
                  <a:pt x="4415" y="588"/>
                </a:lnTo>
                <a:lnTo>
                  <a:pt x="12" y="4"/>
                </a:lnTo>
              </a:path>
            </a:pathLst>
          </a:custGeom>
          <a:solidFill>
            <a:srgbClr val="000000">
              <a:alpha val="100000"/>
            </a:srgbClr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  <a:effectLst/>
        </p:spPr>
        <p:txBody>
          <a:bodyPr vert="horz" wrap="square" lIns="91440" tIns="45720" rIns="91440" bIns="45720" anchor="t" compatLnSpc="1"/>
          <a:lstStyle>
            <a:extLst/>
          </a:lstStyle>
          <a:p>
            <a:endParaRPr kumimoji="0" lang="en-US"/>
          </a:p>
        </p:txBody>
      </p:sp>
      <p:sp>
        <p:nvSpPr>
          <p:cNvPr id="14" name="Right Triangle 13"/>
          <p:cNvSpPr>
            <a:spLocks/>
          </p:cNvSpPr>
          <p:nvPr/>
        </p:nvSpPr>
        <p:spPr bwMode="auto">
          <a:xfrm>
            <a:off x="-6042" y="5791253"/>
            <a:ext cx="3402314" cy="1080868"/>
          </a:xfrm>
          <a:prstGeom prst="rtTriangle">
            <a:avLst/>
          </a:prstGeom>
          <a:blipFill>
            <a:blip r:embed="rId13">
              <a:alphaModFix amt="50000"/>
            </a:blip>
            <a:tile tx="0" ty="0" sx="50000" sy="50000" flip="none" algn="t"/>
          </a:blipFill>
          <a:ln w="12700" cap="rnd" cmpd="thickThin" algn="ctr">
            <a:noFill/>
            <a:prstDash val="solid"/>
          </a:ln>
          <a:effectLst>
            <a:fillOverlay blend="mult">
              <a:gradFill flip="none" rotWithShape="1">
                <a:gsLst>
                  <a:gs pos="0">
                    <a:schemeClr val="accent1">
                      <a:shade val="20000"/>
                      <a:satMod val="176000"/>
                      <a:alpha val="100000"/>
                    </a:schemeClr>
                  </a:gs>
                  <a:gs pos="18000">
                    <a:schemeClr val="accent1">
                      <a:shade val="48000"/>
                      <a:satMod val="153000"/>
                      <a:alpha val="100000"/>
                    </a:schemeClr>
                  </a:gs>
                  <a:gs pos="43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45000">
                    <a:schemeClr val="accent1">
                      <a:tint val="85000"/>
                      <a:satMod val="150000"/>
                      <a:alpha val="100000"/>
                    </a:schemeClr>
                  </a:gs>
                  <a:gs pos="50000">
                    <a:schemeClr val="accent1">
                      <a:tint val="86000"/>
                      <a:satMod val="149000"/>
                      <a:alpha val="100000"/>
                    </a:schemeClr>
                  </a:gs>
                  <a:gs pos="79000">
                    <a:schemeClr val="accent1">
                      <a:shade val="53000"/>
                      <a:satMod val="150000"/>
                      <a:alpha val="100000"/>
                    </a:schemeClr>
                  </a:gs>
                  <a:gs pos="100000">
                    <a:schemeClr val="accent1">
                      <a:shade val="25000"/>
                      <a:satMod val="170000"/>
                      <a:alpha val="100000"/>
                    </a:schemeClr>
                  </a:gs>
                </a:gsLst>
                <a:lin ang="450000" scaled="1"/>
                <a:tileRect/>
              </a:gradFill>
            </a:fillOverlay>
          </a:effectLst>
        </p:spPr>
        <p:style>
          <a:lnRef idx="3">
            <a:schemeClr val="lt1"/>
          </a:lnRef>
          <a:fillRef idx="1">
            <a:schemeClr val="accent1"/>
          </a:fillRef>
          <a:effectRef idx="1">
            <a:schemeClr val="accent1"/>
          </a:effectRef>
          <a:fontRef idx="minor">
            <a:schemeClr val="lt1"/>
          </a:fontRef>
        </p:style>
        <p:txBody>
          <a:bodyPr vert="horz" wrap="square" lIns="91440" tIns="45720" rIns="91440" bIns="45720" anchor="ctr" compatLnSpc="1"/>
          <a:lstStyle>
            <a:extLst/>
          </a:lstStyle>
          <a:p>
            <a:pPr algn="ctr" eaLnBrk="1" latinLnBrk="0" hangingPunct="1"/>
            <a:endParaRPr kumimoji="0"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-9237" y="5787738"/>
            <a:ext cx="3405509" cy="1084383"/>
          </a:xfrm>
          <a:prstGeom prst="line">
            <a:avLst/>
          </a:prstGeom>
          <a:noFill/>
          <a:ln w="12065" cap="flat" cmpd="sng" algn="ctr">
            <a:gradFill>
              <a:gsLst>
                <a:gs pos="45000">
                  <a:schemeClr val="accent1">
                    <a:tint val="70000"/>
                    <a:satMod val="110000"/>
                  </a:schemeClr>
                </a:gs>
                <a:gs pos="15000">
                  <a:schemeClr val="accent1">
                    <a:shade val="40000"/>
                    <a:satMod val="110000"/>
                  </a:schemeClr>
                </a:gs>
              </a:gsLst>
              <a:lin ang="5400000" scaled="1"/>
            </a:gradFill>
            <a:prstDash val="solid"/>
            <a:miter lim="800000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itle Placeholder 8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anchor="ctr">
            <a:normAutofit/>
            <a:scene3d>
              <a:camera prst="orthographicFront"/>
              <a:lightRig rig="soft" dir="t"/>
            </a:scene3d>
            <a:sp3d prstMaterial="softEdge">
              <a:bevelT w="25400" h="25400"/>
            </a:sp3d>
          </a:bodyPr>
          <a:lstStyle>
            <a:extLst/>
          </a:lstStyle>
          <a:p>
            <a:r>
              <a:rPr kumimoji="0" lang="en-US" smtClean="0"/>
              <a:t>Click to edit Master title style</a:t>
            </a:r>
            <a:endParaRPr kumimoji="0" lang="en-US"/>
          </a:p>
        </p:txBody>
      </p:sp>
      <p:sp>
        <p:nvSpPr>
          <p:cNvPr id="30" name="Text Placeholder 29"/>
          <p:cNvSpPr>
            <a:spLocks noGrp="1"/>
          </p:cNvSpPr>
          <p:nvPr>
            <p:ph type="body" idx="1"/>
          </p:nvPr>
        </p:nvSpPr>
        <p:spPr>
          <a:xfrm>
            <a:off x="457200" y="1481328"/>
            <a:ext cx="8229600" cy="4525963"/>
          </a:xfrm>
          <a:prstGeom prst="rect">
            <a:avLst/>
          </a:prstGeom>
        </p:spPr>
        <p:txBody>
          <a:bodyPr vert="horz">
            <a:normAutofit/>
          </a:bodyPr>
          <a:lstStyle>
            <a:extLst/>
          </a:lstStyle>
          <a:p>
            <a:pPr lvl="0" eaLnBrk="1" latinLnBrk="0" hangingPunct="1"/>
            <a:r>
              <a:rPr kumimoji="0" lang="en-US" smtClean="0"/>
              <a:t>Click to edit Master text styles</a:t>
            </a:r>
          </a:p>
          <a:p>
            <a:pPr lvl="1" eaLnBrk="1" latinLnBrk="0" hangingPunct="1"/>
            <a:r>
              <a:rPr kumimoji="0" lang="en-US" smtClean="0"/>
              <a:t>Second level</a:t>
            </a:r>
          </a:p>
          <a:p>
            <a:pPr lvl="2" eaLnBrk="1" latinLnBrk="0" hangingPunct="1"/>
            <a:r>
              <a:rPr kumimoji="0" lang="en-US" smtClean="0"/>
              <a:t>Third level</a:t>
            </a:r>
          </a:p>
          <a:p>
            <a:pPr lvl="3" eaLnBrk="1" latinLnBrk="0" hangingPunct="1"/>
            <a:r>
              <a:rPr kumimoji="0" lang="en-US" smtClean="0"/>
              <a:t>Fourth level</a:t>
            </a:r>
          </a:p>
          <a:p>
            <a:pPr lvl="4" eaLnBrk="1" latinLnBrk="0" hangingPunct="1"/>
            <a:r>
              <a:rPr kumimoji="0" lang="en-US" smtClean="0"/>
              <a:t>Fifth level</a:t>
            </a:r>
            <a:endParaRPr kumimoji="0" lang="en-US"/>
          </a:p>
        </p:txBody>
      </p:sp>
      <p:sp>
        <p:nvSpPr>
          <p:cNvPr id="10" name="Date Placeholder 9"/>
          <p:cNvSpPr>
            <a:spLocks noGrp="1"/>
          </p:cNvSpPr>
          <p:nvPr>
            <p:ph type="dt" sz="half" idx="2"/>
          </p:nvPr>
        </p:nvSpPr>
        <p:spPr>
          <a:xfrm>
            <a:off x="6727032" y="6407944"/>
            <a:ext cx="1920240" cy="365760"/>
          </a:xfrm>
          <a:prstGeom prst="rect">
            <a:avLst/>
          </a:prstGeom>
        </p:spPr>
        <p:txBody>
          <a:bodyPr vert="horz" anchor="b"/>
          <a:lstStyle>
            <a:lvl1pPr algn="l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fld id="{8D64633F-4130-4F4B-BCC3-306A9B157C17}" type="datetimeFigureOut">
              <a:rPr lang="en-US" smtClean="0"/>
              <a:t>10/6/2012</a:t>
            </a:fld>
            <a:endParaRPr lang="en-US"/>
          </a:p>
        </p:txBody>
      </p:sp>
      <p:sp>
        <p:nvSpPr>
          <p:cNvPr id="22" name="Footer Placeholder 21"/>
          <p:cNvSpPr>
            <a:spLocks noGrp="1"/>
          </p:cNvSpPr>
          <p:nvPr>
            <p:ph type="ftr" sz="quarter" idx="3"/>
          </p:nvPr>
        </p:nvSpPr>
        <p:spPr>
          <a:xfrm>
            <a:off x="4380072" y="6407944"/>
            <a:ext cx="2350681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>
                <a:solidFill>
                  <a:schemeClr val="tx1"/>
                </a:solidFill>
              </a:defRPr>
            </a:lvl1pPr>
            <a:extLst/>
          </a:lstStyle>
          <a:p>
            <a:endParaRPr lang="en-US"/>
          </a:p>
        </p:txBody>
      </p:sp>
      <p:sp>
        <p:nvSpPr>
          <p:cNvPr id="18" name="Slide Number Placeholder 17"/>
          <p:cNvSpPr>
            <a:spLocks noGrp="1"/>
          </p:cNvSpPr>
          <p:nvPr>
            <p:ph type="sldNum" sz="quarter" idx="4"/>
          </p:nvPr>
        </p:nvSpPr>
        <p:spPr>
          <a:xfrm>
            <a:off x="8647272" y="6407944"/>
            <a:ext cx="365760" cy="365125"/>
          </a:xfrm>
          <a:prstGeom prst="rect">
            <a:avLst/>
          </a:prstGeom>
        </p:spPr>
        <p:txBody>
          <a:bodyPr vert="horz" anchor="b"/>
          <a:lstStyle>
            <a:lvl1pPr algn="r" eaLnBrk="1" latinLnBrk="0" hangingPunct="1">
              <a:defRPr kumimoji="0" sz="1000" b="0">
                <a:solidFill>
                  <a:schemeClr val="tx1"/>
                </a:solidFill>
              </a:defRPr>
            </a:lvl1pPr>
            <a:extLst/>
          </a:lstStyle>
          <a:p>
            <a:fld id="{F8AA5E43-5CDC-480B-B6C9-987A2E8041F0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rtl="0" eaLnBrk="1" latinLnBrk="0" hangingPunct="1">
        <a:spcBef>
          <a:spcPct val="0"/>
        </a:spcBef>
        <a:buNone/>
        <a:defRPr kumimoji="0" sz="4100" b="1" kern="1200">
          <a:solidFill>
            <a:schemeClr val="tx2"/>
          </a:solidFill>
          <a:effectLst>
            <a:outerShdw blurRad="31750" dist="25400" dir="5400000" algn="tl" rotWithShape="0">
              <a:srgbClr val="000000">
                <a:alpha val="25000"/>
              </a:srgbClr>
            </a:outerShdw>
          </a:effectLst>
          <a:latin typeface="+mj-lt"/>
          <a:ea typeface="+mj-ea"/>
          <a:cs typeface="+mj-cs"/>
        </a:defRPr>
      </a:lvl1pPr>
      <a:extLst/>
    </p:titleStyle>
    <p:bodyStyle>
      <a:lvl1pPr marL="365760" indent="-256032" algn="l" rtl="0" eaLnBrk="1" latinLnBrk="0" hangingPunct="1">
        <a:spcBef>
          <a:spcPts val="400"/>
        </a:spcBef>
        <a:spcAft>
          <a:spcPts val="0"/>
        </a:spcAft>
        <a:buClr>
          <a:schemeClr val="accent1"/>
        </a:buClr>
        <a:buSzPct val="68000"/>
        <a:buFont typeface="Wingdings 3"/>
        <a:buChar char=""/>
        <a:defRPr kumimoji="0" sz="2700" kern="1200">
          <a:solidFill>
            <a:schemeClr val="tx1"/>
          </a:solidFill>
          <a:latin typeface="+mn-lt"/>
          <a:ea typeface="+mn-ea"/>
          <a:cs typeface="+mn-cs"/>
        </a:defRPr>
      </a:lvl1pPr>
      <a:lvl2pPr marL="621792" indent="-228600" algn="l" rtl="0" eaLnBrk="1" latinLnBrk="0" hangingPunct="1">
        <a:spcBef>
          <a:spcPts val="324"/>
        </a:spcBef>
        <a:buClr>
          <a:schemeClr val="accent1"/>
        </a:buClr>
        <a:buFont typeface="Verdana"/>
        <a:buChar char="◦"/>
        <a:defRPr kumimoji="0" sz="2300" kern="1200">
          <a:solidFill>
            <a:schemeClr val="tx1"/>
          </a:solidFill>
          <a:latin typeface="+mn-lt"/>
          <a:ea typeface="+mn-ea"/>
          <a:cs typeface="+mn-cs"/>
        </a:defRPr>
      </a:lvl2pPr>
      <a:lvl3pPr marL="859536" indent="-228600" algn="l" rtl="0" eaLnBrk="1" latinLnBrk="0" hangingPunct="1">
        <a:spcBef>
          <a:spcPts val="350"/>
        </a:spcBef>
        <a:buClr>
          <a:schemeClr val="accent2"/>
        </a:buClr>
        <a:buSzPct val="100000"/>
        <a:buFont typeface="Wingdings 2"/>
        <a:buChar char=""/>
        <a:defRPr kumimoji="0"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1430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90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-228600" algn="l" rtl="0" eaLnBrk="1" latinLnBrk="0" hangingPunct="1">
        <a:spcBef>
          <a:spcPts val="350"/>
        </a:spcBef>
        <a:buClr>
          <a:schemeClr val="accent2"/>
        </a:buClr>
        <a:buFont typeface="Wingdings 2"/>
        <a:buChar char="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002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18288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7pPr>
      <a:lvl8pPr marL="20574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228600" algn="l" rtl="0" eaLnBrk="1" latinLnBrk="0" hangingPunct="1">
        <a:spcBef>
          <a:spcPts val="350"/>
        </a:spcBef>
        <a:buClr>
          <a:schemeClr val="accent3"/>
        </a:buClr>
        <a:buFont typeface="Wingdings 2"/>
        <a:buChar char=""/>
        <a:defRPr kumimoji="0" sz="1600" kern="1200" baseline="0">
          <a:solidFill>
            <a:schemeClr val="tx1"/>
          </a:solidFill>
          <a:latin typeface="+mn-lt"/>
          <a:ea typeface="+mn-ea"/>
          <a:cs typeface="+mn-cs"/>
        </a:defRPr>
      </a:lvl9pPr>
      <a:extLst/>
    </p:bodyStyle>
    <p:otherStyle>
      <a:lvl1pPr marL="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rtl="0" eaLnBrk="1" latinLnBrk="0" hangingPunct="1">
        <a:defRPr kumimoji="0" kern="1200">
          <a:solidFill>
            <a:schemeClr val="tx1"/>
          </a:solidFill>
          <a:latin typeface="+mn-lt"/>
          <a:ea typeface="+mn-ea"/>
          <a:cs typeface="+mn-cs"/>
        </a:defRPr>
      </a:lvl9pPr>
      <a:extLst/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0775"/>
            <a:ext cx="7772400" cy="1470025"/>
          </a:xfrm>
        </p:spPr>
        <p:txBody>
          <a:bodyPr>
            <a:normAutofit fontScale="90000"/>
          </a:bodyPr>
          <a:lstStyle/>
          <a:p>
            <a:r>
              <a:rPr lang="en-US" dirty="0" smtClean="0"/>
              <a:t>Set Top Box</a:t>
            </a:r>
            <a:br>
              <a:rPr lang="en-US" dirty="0" smtClean="0"/>
            </a:br>
            <a:r>
              <a:rPr lang="en-US" dirty="0" smtClean="0"/>
              <a:t>Multiplayer Framework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581400"/>
            <a:ext cx="6934200" cy="2057400"/>
          </a:xfrm>
        </p:spPr>
        <p:txBody>
          <a:bodyPr/>
          <a:lstStyle/>
          <a:p>
            <a:r>
              <a:rPr lang="en-US" dirty="0" smtClean="0"/>
              <a:t>Team: Plugged-In</a:t>
            </a:r>
          </a:p>
          <a:p>
            <a:endParaRPr lang="en-US" dirty="0" smtClean="0"/>
          </a:p>
          <a:p>
            <a:r>
              <a:rPr lang="en-US" dirty="0" smtClean="0"/>
              <a:t>Sponsored by: Innovative Systems, L.L.C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21803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Create a server to host multiplayer game plugins</a:t>
            </a:r>
          </a:p>
          <a:p>
            <a:r>
              <a:rPr lang="en-US" dirty="0" smtClean="0"/>
              <a:t>Design a template game UI for STBs in an </a:t>
            </a:r>
            <a:r>
              <a:rPr lang="en-US" dirty="0" err="1" smtClean="0"/>
              <a:t>APMax</a:t>
            </a:r>
            <a:r>
              <a:rPr lang="en-US" dirty="0" smtClean="0"/>
              <a:t> environment</a:t>
            </a:r>
            <a:endParaRPr lang="en-US" dirty="0"/>
          </a:p>
          <a:p>
            <a:r>
              <a:rPr lang="en-US" dirty="0" smtClean="0"/>
              <a:t>Build a virtual </a:t>
            </a:r>
            <a:r>
              <a:rPr lang="en-US" dirty="0" err="1" smtClean="0"/>
              <a:t>APMax</a:t>
            </a:r>
            <a:r>
              <a:rPr lang="en-US" dirty="0" smtClean="0"/>
              <a:t> to simulate future communication protocols.</a:t>
            </a:r>
          </a:p>
          <a:p>
            <a:r>
              <a:rPr lang="en-US" dirty="0" smtClean="0"/>
              <a:t>Convert games to proof-of-concept multiplayer games.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Brief Overview and Project Goals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79680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Proof-of-concept</a:t>
            </a:r>
          </a:p>
          <a:p>
            <a:r>
              <a:rPr lang="en-US" dirty="0" smtClean="0"/>
              <a:t>In house</a:t>
            </a:r>
          </a:p>
          <a:p>
            <a:pPr lvl="1"/>
            <a:r>
              <a:rPr lang="en-US" dirty="0" smtClean="0"/>
              <a:t>Server and games environment will be private</a:t>
            </a:r>
          </a:p>
          <a:p>
            <a:endParaRPr lang="en-US" dirty="0" smtClean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Scope of Project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375581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No STB software changes after initial release</a:t>
            </a:r>
          </a:p>
          <a:p>
            <a:r>
              <a:rPr lang="en-US" dirty="0" smtClean="0"/>
              <a:t>Client server architecture to host and deliver “plug-in” games</a:t>
            </a:r>
          </a:p>
          <a:p>
            <a:r>
              <a:rPr lang="en-US" dirty="0" smtClean="0"/>
              <a:t>Player vs. Player, Player vs. AI, </a:t>
            </a:r>
            <a:r>
              <a:rPr lang="en-US" dirty="0"/>
              <a:t>S</a:t>
            </a:r>
            <a:r>
              <a:rPr lang="en-US" dirty="0" smtClean="0"/>
              <a:t>ingle Player</a:t>
            </a:r>
          </a:p>
          <a:p>
            <a:r>
              <a:rPr lang="en-US" dirty="0" smtClean="0"/>
              <a:t>Server hosts game logic, STB host game UI</a:t>
            </a:r>
          </a:p>
          <a:p>
            <a:r>
              <a:rPr lang="en-US" dirty="0" smtClean="0"/>
              <a:t>Support 100s-1000s of users</a:t>
            </a:r>
          </a:p>
          <a:p>
            <a:r>
              <a:rPr lang="en-US" dirty="0" smtClean="0"/>
              <a:t>Secure communication between server and clients</a:t>
            </a:r>
          </a:p>
          <a:p>
            <a:r>
              <a:rPr lang="en-US" dirty="0" smtClean="0"/>
              <a:t>Full unit testing</a:t>
            </a:r>
          </a:p>
          <a:p>
            <a:endParaRPr lang="en-US" dirty="0" smtClean="0"/>
          </a:p>
          <a:p>
            <a:endParaRPr lang="en-US" dirty="0" smtClean="0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User Stories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534831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Analysis – STB (client)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Implementation </a:t>
            </a:r>
            <a:r>
              <a:rPr lang="en-US" dirty="0"/>
              <a:t>#1 </a:t>
            </a:r>
          </a:p>
          <a:p>
            <a:endParaRPr lang="en-US" dirty="0"/>
          </a:p>
        </p:txBody>
      </p:sp>
      <p:sp>
        <p:nvSpPr>
          <p:cNvPr id="8" name="Text Placeholder 7"/>
          <p:cNvSpPr>
            <a:spLocks noGrp="1"/>
          </p:cNvSpPr>
          <p:nvPr>
            <p:ph type="body" sz="half" idx="3"/>
          </p:nvPr>
        </p:nvSpPr>
        <p:spPr/>
        <p:txBody>
          <a:bodyPr>
            <a:normAutofit fontScale="92500" lnSpcReduction="10000"/>
          </a:bodyPr>
          <a:lstStyle/>
          <a:p>
            <a:pPr algn="ctr"/>
            <a:endParaRPr lang="en-US" dirty="0" smtClean="0"/>
          </a:p>
          <a:p>
            <a:pPr algn="ctr"/>
            <a:r>
              <a:rPr lang="en-US" dirty="0" smtClean="0"/>
              <a:t>Implementation </a:t>
            </a:r>
            <a:r>
              <a:rPr lang="en-US" dirty="0"/>
              <a:t>#2</a:t>
            </a:r>
          </a:p>
          <a:p>
            <a:endParaRPr lang="en-US" dirty="0"/>
          </a:p>
        </p:txBody>
      </p:sp>
      <p:sp>
        <p:nvSpPr>
          <p:cNvPr id="2" name="Content Placeholder 1"/>
          <p:cNvSpPr>
            <a:spLocks noGrp="1"/>
          </p:cNvSpPr>
          <p:nvPr>
            <p:ph sz="quarter" idx="2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Base game framework</a:t>
            </a:r>
          </a:p>
          <a:p>
            <a:pPr lvl="1"/>
            <a:r>
              <a:rPr lang="en-US" dirty="0" smtClean="0"/>
              <a:t>Communications</a:t>
            </a:r>
          </a:p>
          <a:p>
            <a:pPr lvl="1"/>
            <a:r>
              <a:rPr lang="en-US" dirty="0" smtClean="0"/>
              <a:t>Debug Log</a:t>
            </a:r>
          </a:p>
          <a:p>
            <a:pPr lvl="1"/>
            <a:r>
              <a:rPr lang="en-US" dirty="0" smtClean="0"/>
              <a:t>Two game UI engines</a:t>
            </a:r>
          </a:p>
          <a:p>
            <a:pPr lvl="2"/>
            <a:r>
              <a:rPr lang="en-US" dirty="0" smtClean="0"/>
              <a:t>Board games UI</a:t>
            </a:r>
          </a:p>
          <a:p>
            <a:pPr lvl="2"/>
            <a:r>
              <a:rPr lang="en-US" dirty="0" smtClean="0"/>
              <a:t>Card games UI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US" dirty="0" smtClean="0"/>
              <a:t>Individual </a:t>
            </a:r>
            <a:r>
              <a:rPr lang="en-US" dirty="0"/>
              <a:t>game framework</a:t>
            </a:r>
          </a:p>
          <a:p>
            <a:pPr lvl="1"/>
            <a:r>
              <a:rPr lang="en-US" dirty="0"/>
              <a:t>Each game contains its own UI engine</a:t>
            </a:r>
          </a:p>
          <a:p>
            <a:pPr lvl="1"/>
            <a:r>
              <a:rPr lang="en-US" dirty="0"/>
              <a:t>Games use common communication wrapper</a:t>
            </a:r>
          </a:p>
          <a:p>
            <a:pPr lvl="2"/>
            <a:r>
              <a:rPr lang="en-US" dirty="0"/>
              <a:t>Similar to implementation #1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644396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ontent Placeholder 6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Written in C# under .NET 4.5</a:t>
            </a:r>
          </a:p>
          <a:p>
            <a:r>
              <a:rPr lang="en-US" dirty="0" smtClean="0"/>
              <a:t>Windows server environment</a:t>
            </a:r>
          </a:p>
          <a:p>
            <a:r>
              <a:rPr lang="en-US" dirty="0" smtClean="0"/>
              <a:t>SQL database</a:t>
            </a:r>
          </a:p>
          <a:p>
            <a:r>
              <a:rPr lang="en-US" dirty="0" smtClean="0"/>
              <a:t>Facilitates communication between clients</a:t>
            </a:r>
          </a:p>
          <a:p>
            <a:r>
              <a:rPr lang="en-US" dirty="0" smtClean="0"/>
              <a:t>Processes AI for virtual players</a:t>
            </a:r>
          </a:p>
          <a:p>
            <a:r>
              <a:rPr lang="en-US" dirty="0" smtClean="0"/>
              <a:t>Deploys game resources to client</a:t>
            </a:r>
          </a:p>
          <a:p>
            <a:r>
              <a:rPr lang="en-US" dirty="0" smtClean="0"/>
              <a:t>Manages logic for each game played</a:t>
            </a:r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Analysis - Server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617772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Initial Architecture</a:t>
            </a:r>
            <a:endParaRPr lang="en-US" dirty="0"/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1828800"/>
            <a:ext cx="4747481" cy="4800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457200" y="1493837"/>
            <a:ext cx="8229600" cy="4525963"/>
          </a:xfrm>
        </p:spPr>
        <p:txBody>
          <a:bodyPr/>
          <a:lstStyle/>
          <a:p>
            <a:r>
              <a:rPr lang="en-US" dirty="0" smtClean="0"/>
              <a:t>Central server</a:t>
            </a:r>
          </a:p>
          <a:p>
            <a:pPr lvl="1"/>
            <a:r>
              <a:rPr lang="en-US" dirty="0" smtClean="0"/>
              <a:t>Hosts game files</a:t>
            </a:r>
          </a:p>
          <a:p>
            <a:pPr lvl="1"/>
            <a:r>
              <a:rPr lang="en-US" dirty="0" smtClean="0"/>
              <a:t>Connects  </a:t>
            </a:r>
            <a:r>
              <a:rPr lang="en-US" dirty="0" err="1" smtClean="0"/>
              <a:t>APMaxes</a:t>
            </a:r>
            <a:endParaRPr lang="en-US" dirty="0" smtClean="0"/>
          </a:p>
          <a:p>
            <a:r>
              <a:rPr lang="en-US" dirty="0" err="1" smtClean="0"/>
              <a:t>APMax</a:t>
            </a:r>
            <a:endParaRPr lang="en-US" dirty="0" smtClean="0"/>
          </a:p>
          <a:p>
            <a:pPr lvl="1"/>
            <a:r>
              <a:rPr lang="en-US" dirty="0" smtClean="0"/>
              <a:t>Middleware</a:t>
            </a:r>
          </a:p>
          <a:p>
            <a:pPr lvl="1"/>
            <a:r>
              <a:rPr lang="en-US" dirty="0" smtClean="0"/>
              <a:t>Facilitates communication</a:t>
            </a:r>
          </a:p>
          <a:p>
            <a:r>
              <a:rPr lang="en-US" dirty="0" smtClean="0"/>
              <a:t>Client</a:t>
            </a:r>
          </a:p>
          <a:p>
            <a:pPr lvl="1"/>
            <a:r>
              <a:rPr lang="en-US" dirty="0" smtClean="0"/>
              <a:t>Set Top Box</a:t>
            </a:r>
          </a:p>
        </p:txBody>
      </p:sp>
    </p:spTree>
    <p:extLst>
      <p:ext uri="{BB962C8B-B14F-4D97-AF65-F5344CB8AC3E}">
        <p14:creationId xmlns:p14="http://schemas.microsoft.com/office/powerpoint/2010/main" val="5095991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Set Top Box</a:t>
            </a:r>
          </a:p>
          <a:p>
            <a:pPr lvl="1"/>
            <a:r>
              <a:rPr lang="en-US" dirty="0" smtClean="0"/>
              <a:t>Low memory</a:t>
            </a:r>
          </a:p>
          <a:p>
            <a:pPr lvl="1"/>
            <a:r>
              <a:rPr lang="en-US" dirty="0" smtClean="0"/>
              <a:t>Can’t use flash storage</a:t>
            </a:r>
          </a:p>
          <a:p>
            <a:pPr lvl="1"/>
            <a:r>
              <a:rPr lang="en-US" dirty="0" smtClean="0"/>
              <a:t>Low powered processor</a:t>
            </a:r>
          </a:p>
          <a:p>
            <a:pPr lvl="1"/>
            <a:r>
              <a:rPr lang="en-US" dirty="0" smtClean="0"/>
              <a:t>Limited bandwidth usage</a:t>
            </a:r>
          </a:p>
          <a:p>
            <a:r>
              <a:rPr lang="en-US" dirty="0" smtClean="0"/>
              <a:t>Server</a:t>
            </a:r>
          </a:p>
          <a:p>
            <a:pPr lvl="1"/>
            <a:r>
              <a:rPr lang="en-US" dirty="0" smtClean="0"/>
              <a:t>Needs to be scalable to 100s or 1000s of users simultaneously connected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 smtClean="0"/>
              <a:t>Constraints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6300773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Risks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26270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Budget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129212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Deliverables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174511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lang="en-US" dirty="0" smtClean="0"/>
              <a:t>Questions?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422437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oncourse">
  <a:themeElements>
    <a:clrScheme name="Concourse">
      <a:dk1>
        <a:sysClr val="windowText" lastClr="000000"/>
      </a:dk1>
      <a:lt1>
        <a:sysClr val="window" lastClr="FFFFFF"/>
      </a:lt1>
      <a:dk2>
        <a:srgbClr val="464646"/>
      </a:dk2>
      <a:lt2>
        <a:srgbClr val="DEF5FA"/>
      </a:lt2>
      <a:accent1>
        <a:srgbClr val="2DA2BF"/>
      </a:accent1>
      <a:accent2>
        <a:srgbClr val="DA1F28"/>
      </a:accent2>
      <a:accent3>
        <a:srgbClr val="EB641B"/>
      </a:accent3>
      <a:accent4>
        <a:srgbClr val="39639D"/>
      </a:accent4>
      <a:accent5>
        <a:srgbClr val="474B78"/>
      </a:accent5>
      <a:accent6>
        <a:srgbClr val="7D3C4A"/>
      </a:accent6>
      <a:hlink>
        <a:srgbClr val="FF8119"/>
      </a:hlink>
      <a:folHlink>
        <a:srgbClr val="44B9E8"/>
      </a:folHlink>
    </a:clrScheme>
    <a:fontScheme name="Concourse">
      <a:maj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ajorFont>
      <a:minorFont>
        <a:latin typeface="Lucida Sans Unicode"/>
        <a:ea typeface=""/>
        <a:cs typeface=""/>
        <a:font script="Jpan" typeface="ＭＳ Ｐゴシック"/>
        <a:font script="Hang" typeface="맑은 고딕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Uigh" typeface="Microsoft Uighur"/>
        <a:font script="Geor" typeface="Sylfaen"/>
      </a:minorFont>
    </a:fontScheme>
    <a:fmtScheme name="Concourse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satMod val="180000"/>
              </a:schemeClr>
            </a:gs>
            <a:gs pos="65000">
              <a:schemeClr val="phClr">
                <a:tint val="32000"/>
                <a:satMod val="250000"/>
              </a:schemeClr>
            </a:gs>
            <a:gs pos="100000">
              <a:schemeClr val="phClr">
                <a:tint val="23000"/>
                <a:satMod val="300000"/>
              </a:schemeClr>
            </a:gs>
          </a:gsLst>
          <a:lin ang="16200000" scaled="0"/>
        </a:gradFill>
        <a:gradFill rotWithShape="1">
          <a:gsLst>
            <a:gs pos="0">
              <a:schemeClr val="phClr">
                <a:shade val="15000"/>
                <a:satMod val="180000"/>
              </a:schemeClr>
            </a:gs>
            <a:gs pos="50000">
              <a:schemeClr val="phClr">
                <a:shade val="45000"/>
                <a:satMod val="170000"/>
              </a:schemeClr>
            </a:gs>
            <a:gs pos="70000">
              <a:schemeClr val="phClr">
                <a:tint val="99000"/>
                <a:shade val="65000"/>
                <a:satMod val="155000"/>
              </a:schemeClr>
            </a:gs>
            <a:gs pos="100000">
              <a:schemeClr val="phClr">
                <a:tint val="95500"/>
                <a:shade val="100000"/>
                <a:satMod val="15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55000" cap="flat" cmpd="thickThin" algn="ctr">
          <a:solidFill>
            <a:schemeClr val="phClr"/>
          </a:solidFill>
          <a:prstDash val="solid"/>
        </a:ln>
        <a:ln w="63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45000"/>
              </a:srgbClr>
            </a:outerShdw>
          </a:effectLst>
          <a:scene3d>
            <a:camera prst="orthographicFront" fov="0">
              <a:rot lat="0" lon="0" rev="0"/>
            </a:camera>
            <a:lightRig rig="glow" dir="t">
              <a:rot lat="0" lon="0" rev="6360000"/>
            </a:lightRig>
          </a:scene3d>
          <a:sp3d contourW="1000" prstMaterial="flat">
            <a:bevelT w="95250" h="101600"/>
            <a:contourClr>
              <a:schemeClr val="phClr">
                <a:satMod val="30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55000"/>
                <a:satMod val="300000"/>
              </a:schemeClr>
            </a:gs>
            <a:gs pos="40000">
              <a:schemeClr val="phClr">
                <a:tint val="65000"/>
                <a:satMod val="300000"/>
              </a:schemeClr>
            </a:gs>
            <a:gs pos="100000">
              <a:schemeClr val="phClr">
                <a:shade val="65000"/>
                <a:satMod val="300000"/>
              </a:schemeClr>
            </a:gs>
          </a:gsLst>
          <a:path path="circle">
            <a:fillToRect l="65000" b="98000"/>
          </a:path>
        </a:gradFill>
        <a:blipFill>
          <a:blip xmlns:r="http://schemas.openxmlformats.org/officeDocument/2006/relationships" r:embed="rId1">
            <a:duotone>
              <a:schemeClr val="phClr">
                <a:shade val="60000"/>
                <a:satMod val="110000"/>
              </a:schemeClr>
              <a:schemeClr val="phClr">
                <a:tint val="95000"/>
              </a:schemeClr>
            </a:duotone>
          </a:blip>
          <a:tile tx="0" ty="0" sx="50000" sy="50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Concourse</Template>
  <TotalTime>205</TotalTime>
  <Words>302</Words>
  <Application>Microsoft Office PowerPoint</Application>
  <PresentationFormat>On-screen Show (4:3)</PresentationFormat>
  <Paragraphs>85</Paragraphs>
  <Slides>12</Slides>
  <Notes>10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3" baseType="lpstr">
      <vt:lpstr>Concourse</vt:lpstr>
      <vt:lpstr>Set Top Box Multiplayer Framework</vt:lpstr>
      <vt:lpstr>Brief Overview and Project Goals</vt:lpstr>
      <vt:lpstr>Scope of Project</vt:lpstr>
      <vt:lpstr>User Stories</vt:lpstr>
      <vt:lpstr>Analysis – STB (client)</vt:lpstr>
      <vt:lpstr>Analysis - Server</vt:lpstr>
      <vt:lpstr>Initial Architecture</vt:lpstr>
      <vt:lpstr>Constraints</vt:lpstr>
      <vt:lpstr>Risks</vt:lpstr>
      <vt:lpstr>Budget</vt:lpstr>
      <vt:lpstr>Deliverables</vt:lpstr>
      <vt:lpstr>Questions?</vt:lpstr>
    </vt:vector>
  </TitlesOfParts>
  <Company>Innovative Systems LLC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Set Top Box Multiplayer Framework</dc:title>
  <dc:creator>Kevin Worner</dc:creator>
  <cp:lastModifiedBy>Kevin Worner</cp:lastModifiedBy>
  <cp:revision>63</cp:revision>
  <dcterms:created xsi:type="dcterms:W3CDTF">2012-10-06T20:11:31Z</dcterms:created>
  <dcterms:modified xsi:type="dcterms:W3CDTF">2012-10-06T23:36:34Z</dcterms:modified>
</cp:coreProperties>
</file>