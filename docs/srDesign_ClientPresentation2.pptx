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11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5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8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6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8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6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0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1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002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0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9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4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6CBEF-B388-4E9F-94F0-5BE1A698433D}" type="datetimeFigureOut">
              <a:rPr lang="en-US" smtClean="0"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DE544-15E2-4E42-8238-15369233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0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Set Top Box Multiplayer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/>
              <a:t>Team: Plugged-In</a:t>
            </a:r>
          </a:p>
          <a:p>
            <a:pPr algn="r"/>
            <a:r>
              <a:rPr lang="en-US" sz="2000" dirty="0" smtClean="0"/>
              <a:t>Marshall Gaucher, David Jarman, Kevin Worner</a:t>
            </a:r>
          </a:p>
          <a:p>
            <a:pPr algn="r"/>
            <a:r>
              <a:rPr lang="en-US" sz="2000" dirty="0" smtClean="0"/>
              <a:t>Sponsored by: Innovative Systems, L.L.C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343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Innovative </a:t>
            </a:r>
            <a:r>
              <a:rPr lang="en-US" sz="2800" dirty="0" smtClean="0"/>
              <a:t>Systems</a:t>
            </a:r>
          </a:p>
          <a:p>
            <a:pPr lvl="1"/>
            <a:r>
              <a:rPr lang="en-US" sz="2400" dirty="0"/>
              <a:t>P</a:t>
            </a:r>
            <a:r>
              <a:rPr lang="en-US" sz="2400" dirty="0" smtClean="0"/>
              <a:t>rovides </a:t>
            </a:r>
            <a:r>
              <a:rPr lang="en-US" sz="2400" dirty="0" smtClean="0"/>
              <a:t>integrated solutions for the independent telecommunications industry.</a:t>
            </a:r>
          </a:p>
          <a:p>
            <a:r>
              <a:rPr lang="en-US" sz="2800" dirty="0" smtClean="0"/>
              <a:t>APMAX</a:t>
            </a:r>
          </a:p>
          <a:p>
            <a:pPr lvl="1"/>
            <a:r>
              <a:rPr lang="en-US" sz="2400" dirty="0"/>
              <a:t>Application </a:t>
            </a:r>
            <a:r>
              <a:rPr lang="en-US" sz="2400" dirty="0" smtClean="0"/>
              <a:t>Server providing services such as:</a:t>
            </a:r>
          </a:p>
          <a:p>
            <a:pPr lvl="2"/>
            <a:r>
              <a:rPr lang="en-US" sz="2000" dirty="0" smtClean="0"/>
              <a:t>IPTV Video Solutions</a:t>
            </a:r>
          </a:p>
          <a:p>
            <a:pPr lvl="2"/>
            <a:r>
              <a:rPr lang="en-US" sz="2000" dirty="0" smtClean="0"/>
              <a:t>Unified Messaging</a:t>
            </a:r>
          </a:p>
          <a:p>
            <a:pPr lvl="2"/>
            <a:r>
              <a:rPr lang="en-US" sz="2000" dirty="0" smtClean="0"/>
              <a:t>Single Number Service</a:t>
            </a:r>
          </a:p>
          <a:p>
            <a:r>
              <a:rPr lang="en-US" dirty="0" smtClean="0"/>
              <a:t>STB</a:t>
            </a:r>
          </a:p>
          <a:p>
            <a:pPr lvl="1"/>
            <a:r>
              <a:rPr lang="en-US" dirty="0" smtClean="0"/>
              <a:t>Set-top-box providing television and integrated telephony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4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server to host </a:t>
            </a:r>
            <a:r>
              <a:rPr lang="en-US" dirty="0" smtClean="0"/>
              <a:t>STB multiplayer </a:t>
            </a:r>
            <a:r>
              <a:rPr lang="en-US" dirty="0" smtClean="0"/>
              <a:t>game plugins</a:t>
            </a:r>
          </a:p>
          <a:p>
            <a:r>
              <a:rPr lang="en-US" dirty="0" smtClean="0"/>
              <a:t>Design a template game UI for STBs in an APMAX environment</a:t>
            </a:r>
          </a:p>
          <a:p>
            <a:r>
              <a:rPr lang="en-US" dirty="0" smtClean="0"/>
              <a:t>Build a virtual APMAX to simulate future communication protocols.</a:t>
            </a:r>
          </a:p>
          <a:p>
            <a:r>
              <a:rPr lang="en-US" dirty="0" smtClean="0"/>
              <a:t>Convert games to proof-of-concept multiplayer games.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8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Sprint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Sprint #1</a:t>
            </a:r>
          </a:p>
          <a:p>
            <a:pPr lvl="1"/>
            <a:r>
              <a:rPr lang="en-US" sz="2400" dirty="0" smtClean="0"/>
              <a:t>Initial design of STBMF system</a:t>
            </a:r>
          </a:p>
          <a:p>
            <a:pPr lvl="1"/>
            <a:r>
              <a:rPr lang="en-US" sz="2400" dirty="0" smtClean="0"/>
              <a:t>Learn current Innovative System network communications</a:t>
            </a:r>
            <a:endParaRPr lang="en-US" sz="2400" dirty="0" smtClean="0"/>
          </a:p>
          <a:p>
            <a:r>
              <a:rPr lang="en-US" dirty="0" smtClean="0"/>
              <a:t>Sprint #2</a:t>
            </a:r>
          </a:p>
          <a:p>
            <a:pPr lvl="1"/>
            <a:r>
              <a:rPr lang="en-US" sz="2400" dirty="0" smtClean="0"/>
              <a:t>Refined prototypes of STBMF System (</a:t>
            </a:r>
            <a:r>
              <a:rPr lang="en-US" sz="2400" dirty="0" err="1" smtClean="0"/>
              <a:t>vSTB</a:t>
            </a:r>
            <a:r>
              <a:rPr lang="en-US" sz="2400" dirty="0" smtClean="0"/>
              <a:t>, </a:t>
            </a:r>
            <a:r>
              <a:rPr lang="en-US" sz="2400" dirty="0" err="1" smtClean="0"/>
              <a:t>vAPMAX</a:t>
            </a:r>
            <a:r>
              <a:rPr lang="en-US" sz="2400" dirty="0" smtClean="0"/>
              <a:t>, Game Server) </a:t>
            </a:r>
          </a:p>
          <a:p>
            <a:pPr lvl="1"/>
            <a:r>
              <a:rPr lang="en-US" sz="2400" dirty="0" smtClean="0"/>
              <a:t>Designed communication definitions for STBMF</a:t>
            </a:r>
            <a:endParaRPr lang="en-US" sz="2400" dirty="0"/>
          </a:p>
          <a:p>
            <a:r>
              <a:rPr lang="en-US" dirty="0" smtClean="0"/>
              <a:t>Sprint #3</a:t>
            </a:r>
          </a:p>
          <a:p>
            <a:pPr lvl="1"/>
            <a:r>
              <a:rPr lang="en-US" sz="2400" dirty="0" smtClean="0"/>
              <a:t>Implemented prototypes to test designed communication definitions</a:t>
            </a:r>
            <a:endParaRPr lang="en-US" sz="2400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7603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 Major Components:</a:t>
            </a:r>
          </a:p>
          <a:p>
            <a:pPr lvl="1"/>
            <a:r>
              <a:rPr lang="en-US" dirty="0" err="1" smtClean="0"/>
              <a:t>vSTB</a:t>
            </a:r>
            <a:endParaRPr lang="en-US" dirty="0" smtClean="0"/>
          </a:p>
          <a:p>
            <a:pPr lvl="1"/>
            <a:r>
              <a:rPr lang="en-US" dirty="0" err="1" smtClean="0"/>
              <a:t>vAPMAX</a:t>
            </a:r>
            <a:endParaRPr lang="en-US" dirty="0" smtClean="0"/>
          </a:p>
          <a:p>
            <a:pPr lvl="1"/>
            <a:r>
              <a:rPr lang="en-US" dirty="0" smtClean="0"/>
              <a:t>Game Server</a:t>
            </a:r>
          </a:p>
          <a:p>
            <a:r>
              <a:rPr lang="en-US" dirty="0" smtClean="0"/>
              <a:t>Communication:</a:t>
            </a:r>
          </a:p>
          <a:p>
            <a:pPr lvl="1"/>
            <a:r>
              <a:rPr lang="en-US" dirty="0" smtClean="0"/>
              <a:t>UDP</a:t>
            </a:r>
          </a:p>
          <a:p>
            <a:pPr lvl="1"/>
            <a:r>
              <a:rPr lang="en-US" dirty="0" smtClean="0"/>
              <a:t>TCP</a:t>
            </a:r>
          </a:p>
        </p:txBody>
      </p:sp>
    </p:spTree>
    <p:extLst>
      <p:ext uri="{BB962C8B-B14F-4D97-AF65-F5344CB8AC3E}">
        <p14:creationId xmlns:p14="http://schemas.microsoft.com/office/powerpoint/2010/main" val="321665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1"/>
            <a:r>
              <a:rPr lang="en-US" dirty="0" err="1" smtClean="0"/>
              <a:t>vSTB</a:t>
            </a:r>
            <a:endParaRPr lang="en-US" dirty="0" smtClean="0"/>
          </a:p>
          <a:p>
            <a:pPr lvl="2"/>
            <a:r>
              <a:rPr lang="en-US" dirty="0" smtClean="0"/>
              <a:t>Scalable module to handle game environment request/response from user</a:t>
            </a:r>
          </a:p>
          <a:p>
            <a:pPr lvl="1"/>
            <a:r>
              <a:rPr lang="en-US" dirty="0" err="1" smtClean="0"/>
              <a:t>vAPMAX</a:t>
            </a:r>
            <a:endParaRPr lang="en-US" dirty="0" smtClean="0"/>
          </a:p>
          <a:p>
            <a:pPr lvl="2"/>
            <a:r>
              <a:rPr lang="en-US" dirty="0" smtClean="0"/>
              <a:t>Message handler between </a:t>
            </a:r>
            <a:r>
              <a:rPr lang="en-US" dirty="0" err="1" smtClean="0"/>
              <a:t>vSTB</a:t>
            </a:r>
            <a:r>
              <a:rPr lang="en-US" dirty="0" smtClean="0"/>
              <a:t> and Game Server</a:t>
            </a:r>
          </a:p>
          <a:p>
            <a:pPr lvl="1"/>
            <a:r>
              <a:rPr lang="en-US" dirty="0" smtClean="0"/>
              <a:t>Game Server</a:t>
            </a:r>
          </a:p>
          <a:p>
            <a:pPr lvl="2"/>
            <a:r>
              <a:rPr lang="en-US" dirty="0" smtClean="0"/>
              <a:t>Process requests from/responses to users on vSTB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9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vSTB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Request response</a:t>
            </a:r>
          </a:p>
          <a:p>
            <a:r>
              <a:rPr lang="en-US" dirty="0" smtClean="0"/>
              <a:t>Scalable</a:t>
            </a:r>
          </a:p>
          <a:p>
            <a:r>
              <a:rPr lang="en-US" dirty="0" smtClean="0"/>
              <a:t>Modular</a:t>
            </a:r>
          </a:p>
          <a:p>
            <a:r>
              <a:rPr lang="en-US" dirty="0" smtClean="0"/>
              <a:t>Platform independent</a:t>
            </a:r>
          </a:p>
          <a:p>
            <a:r>
              <a:rPr lang="en-US" dirty="0" smtClean="0"/>
              <a:t>Increased availability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27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vAPMAX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Message Handler from </a:t>
            </a:r>
            <a:r>
              <a:rPr lang="en-US" dirty="0" err="1" smtClean="0"/>
              <a:t>vSTB</a:t>
            </a:r>
            <a:r>
              <a:rPr lang="en-US" dirty="0" smtClean="0"/>
              <a:t> to Game Server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38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Will manage game resources/instances/stats</a:t>
            </a:r>
          </a:p>
          <a:p>
            <a:r>
              <a:rPr lang="en-US" dirty="0" smtClean="0"/>
              <a:t>Right now: Manages communication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990600" y="2895600"/>
            <a:ext cx="7086600" cy="3581400"/>
            <a:chOff x="381000" y="2393795"/>
            <a:chExt cx="7086600" cy="3581400"/>
          </a:xfrm>
        </p:grpSpPr>
        <p:sp>
          <p:nvSpPr>
            <p:cNvPr id="4" name="Rectangle 3"/>
            <p:cNvSpPr/>
            <p:nvPr/>
          </p:nvSpPr>
          <p:spPr>
            <a:xfrm>
              <a:off x="1447800" y="2393795"/>
              <a:ext cx="6019800" cy="3581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200" y="2689464"/>
              <a:ext cx="1981200" cy="1905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0" y="2683727"/>
              <a:ext cx="2362200" cy="1905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81200" y="4800600"/>
              <a:ext cx="1981200" cy="1066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33600" y="2667000"/>
              <a:ext cx="17526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Communication Handler</a:t>
              </a:r>
            </a:p>
            <a:p>
              <a:pPr algn="ctr"/>
              <a:endParaRPr lang="en-US" dirty="0" smtClean="0"/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400" dirty="0" smtClean="0"/>
                <a:t>Receive message</a:t>
              </a:r>
            </a:p>
            <a:p>
              <a:pPr marL="285750" indent="-285750">
                <a:buFont typeface="Arial" pitchFamily="34" charset="0"/>
                <a:buChar char="•"/>
              </a:pPr>
              <a:endParaRPr lang="en-US" sz="1400" dirty="0" smtClean="0"/>
            </a:p>
            <a:p>
              <a:endParaRPr lang="en-US" sz="1400" dirty="0"/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400" dirty="0" smtClean="0"/>
                <a:t>Send response</a:t>
              </a:r>
              <a:endParaRPr 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24400" y="2743200"/>
              <a:ext cx="2209800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Data Handler</a:t>
              </a:r>
            </a:p>
            <a:p>
              <a:endParaRPr lang="en-US" sz="1400" dirty="0"/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400" dirty="0" smtClean="0"/>
                <a:t>Process message</a:t>
              </a:r>
            </a:p>
            <a:p>
              <a:pPr marL="742950" lvl="1" indent="-285750">
                <a:buFont typeface="Arial" pitchFamily="34" charset="0"/>
                <a:buChar char="•"/>
              </a:pPr>
              <a:r>
                <a:rPr lang="en-US" sz="1400" dirty="0" smtClean="0"/>
                <a:t>Decrypt</a:t>
              </a:r>
            </a:p>
            <a:p>
              <a:pPr marL="742950" lvl="1" indent="-285750">
                <a:buFont typeface="Arial" pitchFamily="34" charset="0"/>
                <a:buChar char="•"/>
              </a:pPr>
              <a:r>
                <a:rPr lang="en-US" sz="1400" dirty="0" smtClean="0"/>
                <a:t>Read</a:t>
              </a:r>
            </a:p>
            <a:p>
              <a:pPr marL="742950" lvl="1" indent="-285750">
                <a:buFont typeface="Arial" pitchFamily="34" charset="0"/>
                <a:buChar char="•"/>
              </a:pPr>
              <a:r>
                <a:rPr lang="en-US" sz="1400" dirty="0" smtClean="0"/>
                <a:t>Prepare response</a:t>
              </a:r>
            </a:p>
            <a:p>
              <a:pPr marL="742950" lvl="1" indent="-285750">
                <a:buFont typeface="Arial" pitchFamily="34" charset="0"/>
                <a:buChar char="•"/>
              </a:pPr>
              <a:r>
                <a:rPr lang="en-US" sz="1400" dirty="0" smtClean="0"/>
                <a:t>Encrypt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4800600"/>
              <a:ext cx="1600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UI Buttons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400" dirty="0" smtClean="0"/>
                <a:t>Send custom, hardcoded messages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00600" y="5117068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Gamer Server</a:t>
              </a:r>
              <a:endParaRPr lang="en-US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3810000" y="3429000"/>
              <a:ext cx="921834" cy="2072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3733800" y="4267200"/>
              <a:ext cx="1143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762000" y="3361139"/>
              <a:ext cx="990600" cy="3947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TCP In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1600200" y="3558492"/>
              <a:ext cx="533400" cy="834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762000" y="4558293"/>
              <a:ext cx="990600" cy="3947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TCP Out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>
              <a:off x="1676400" y="4343400"/>
              <a:ext cx="457200" cy="3048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 flipV="1">
              <a:off x="1676400" y="4876800"/>
              <a:ext cx="457200" cy="3048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381000" y="3559745"/>
              <a:ext cx="5334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381000" y="4755646"/>
              <a:ext cx="4572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9347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WE GGOOOOOOO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72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Backlog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Autofit/>
          </a:bodyPr>
          <a:lstStyle/>
          <a:p>
            <a:r>
              <a:rPr lang="en-US" sz="1200" b="1" dirty="0" err="1" smtClean="0"/>
              <a:t>vSTB</a:t>
            </a:r>
            <a:endParaRPr lang="en-US" sz="1200" b="1" dirty="0"/>
          </a:p>
          <a:p>
            <a:pPr lvl="1"/>
            <a:r>
              <a:rPr lang="en-US" sz="1200" dirty="0"/>
              <a:t>Research </a:t>
            </a:r>
            <a:r>
              <a:rPr lang="en-US" sz="1200" dirty="0" err="1"/>
              <a:t>Qt</a:t>
            </a:r>
            <a:r>
              <a:rPr lang="en-US" sz="1200" dirty="0"/>
              <a:t> Unit Testing</a:t>
            </a:r>
          </a:p>
          <a:p>
            <a:pPr lvl="1"/>
            <a:r>
              <a:rPr lang="en-US" sz="1200" dirty="0" smtClean="0"/>
              <a:t>Create </a:t>
            </a:r>
            <a:r>
              <a:rPr lang="en-US" sz="1200" dirty="0"/>
              <a:t>Checkers game as a proof </a:t>
            </a:r>
            <a:r>
              <a:rPr lang="en-US" sz="1200" dirty="0" smtClean="0"/>
              <a:t>of concept</a:t>
            </a:r>
          </a:p>
          <a:p>
            <a:pPr lvl="1"/>
            <a:r>
              <a:rPr lang="en-US" sz="1200" dirty="0" smtClean="0"/>
              <a:t>Prove </a:t>
            </a:r>
            <a:r>
              <a:rPr lang="en-US" sz="1200" dirty="0"/>
              <a:t>out and implement </a:t>
            </a:r>
            <a:r>
              <a:rPr lang="en-US" sz="1200" dirty="0" err="1" smtClean="0"/>
              <a:t>QUiLoader</a:t>
            </a:r>
            <a:endParaRPr lang="en-US" sz="1200" dirty="0"/>
          </a:p>
          <a:p>
            <a:pPr lvl="1"/>
            <a:r>
              <a:rPr lang="en-US" sz="1200" dirty="0" smtClean="0"/>
              <a:t>Research </a:t>
            </a:r>
            <a:r>
              <a:rPr lang="en-US" sz="1200" dirty="0"/>
              <a:t>Dynamic </a:t>
            </a:r>
            <a:r>
              <a:rPr lang="en-US" sz="1200" dirty="0" smtClean="0"/>
              <a:t>UI</a:t>
            </a:r>
          </a:p>
          <a:p>
            <a:pPr lvl="1"/>
            <a:r>
              <a:rPr lang="en-US" sz="1200" dirty="0" smtClean="0"/>
              <a:t>Refactor </a:t>
            </a:r>
            <a:r>
              <a:rPr lang="en-US" sz="1200" dirty="0"/>
              <a:t>existing STB game </a:t>
            </a:r>
            <a:r>
              <a:rPr lang="en-US" sz="1200" dirty="0" smtClean="0"/>
              <a:t>view/model </a:t>
            </a:r>
            <a:r>
              <a:rPr lang="en-US" sz="1200" dirty="0"/>
              <a:t>architecture to meet STBMF </a:t>
            </a:r>
            <a:r>
              <a:rPr lang="en-US" sz="1200" dirty="0" smtClean="0"/>
              <a:t>requirements</a:t>
            </a:r>
          </a:p>
          <a:p>
            <a:pPr lvl="1"/>
            <a:r>
              <a:rPr lang="en-US" sz="1200" dirty="0" smtClean="0"/>
              <a:t>Create </a:t>
            </a:r>
            <a:r>
              <a:rPr lang="en-US" sz="1200" dirty="0"/>
              <a:t>Memory game as a proof of </a:t>
            </a:r>
            <a:r>
              <a:rPr lang="en-US" sz="1200" dirty="0" smtClean="0"/>
              <a:t>concept</a:t>
            </a:r>
          </a:p>
          <a:p>
            <a:r>
              <a:rPr lang="en-US" sz="1200" b="1" dirty="0" err="1" smtClean="0"/>
              <a:t>vAPMAX</a:t>
            </a:r>
            <a:endParaRPr lang="en-US" sz="1200" b="1" dirty="0"/>
          </a:p>
          <a:p>
            <a:pPr lvl="1"/>
            <a:r>
              <a:rPr lang="en-US" sz="1200" dirty="0" smtClean="0"/>
              <a:t>Integrate </a:t>
            </a:r>
            <a:r>
              <a:rPr lang="en-US" sz="1200" dirty="0"/>
              <a:t>Logger into project and </a:t>
            </a:r>
            <a:r>
              <a:rPr lang="en-US" sz="1200" dirty="0" smtClean="0"/>
              <a:t>provide basic </a:t>
            </a:r>
            <a:r>
              <a:rPr lang="en-US" sz="1200" dirty="0"/>
              <a:t>command line usage to view</a:t>
            </a:r>
            <a:r>
              <a:rPr lang="en-US" sz="1200" dirty="0" smtClean="0"/>
              <a:t>.</a:t>
            </a:r>
          </a:p>
          <a:p>
            <a:pPr lvl="1"/>
            <a:r>
              <a:rPr lang="en-US" sz="1200" dirty="0" smtClean="0"/>
              <a:t>Unit Testing</a:t>
            </a:r>
          </a:p>
          <a:p>
            <a:pPr lvl="1"/>
            <a:r>
              <a:rPr lang="en-US" sz="1200" dirty="0" smtClean="0"/>
              <a:t>update </a:t>
            </a:r>
            <a:r>
              <a:rPr lang="en-US" sz="1200" dirty="0"/>
              <a:t>Reactive Extension package to </a:t>
            </a:r>
            <a:r>
              <a:rPr lang="en-US" sz="1200" dirty="0" smtClean="0"/>
              <a:t>latest</a:t>
            </a:r>
            <a:endParaRPr lang="en-US" sz="1200" dirty="0"/>
          </a:p>
          <a:p>
            <a:r>
              <a:rPr lang="en-US" sz="1200" b="1" dirty="0" smtClean="0"/>
              <a:t>Game Server</a:t>
            </a:r>
          </a:p>
          <a:p>
            <a:pPr lvl="1"/>
            <a:r>
              <a:rPr lang="en-US" sz="1200" dirty="0" smtClean="0"/>
              <a:t> </a:t>
            </a:r>
            <a:r>
              <a:rPr lang="en-US" sz="1200" dirty="0"/>
              <a:t>TCP: connections to </a:t>
            </a:r>
            <a:r>
              <a:rPr lang="en-US" sz="1200" dirty="0" err="1"/>
              <a:t>APMax</a:t>
            </a:r>
            <a:r>
              <a:rPr lang="en-US" sz="1200" dirty="0"/>
              <a:t>, - </a:t>
            </a:r>
            <a:r>
              <a:rPr lang="en-US" sz="1200" dirty="0" smtClean="0"/>
              <a:t>receiving and sending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Plugin </a:t>
            </a:r>
            <a:r>
              <a:rPr lang="en-US" sz="1200" dirty="0" smtClean="0"/>
              <a:t>Interface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</a:t>
            </a:r>
            <a:r>
              <a:rPr lang="en-US" sz="1200" dirty="0" smtClean="0"/>
              <a:t>Database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UI - Stats, </a:t>
            </a:r>
            <a:r>
              <a:rPr lang="en-US" sz="1200" dirty="0" smtClean="0"/>
              <a:t>Import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Future - server components, </a:t>
            </a:r>
            <a:r>
              <a:rPr lang="en-US" sz="1200" dirty="0" smtClean="0"/>
              <a:t>database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Design: game interface - loading </a:t>
            </a:r>
            <a:r>
              <a:rPr lang="en-US" sz="1200" dirty="0" smtClean="0"/>
              <a:t>game, playing game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</a:t>
            </a:r>
            <a:r>
              <a:rPr lang="en-US" sz="1200" dirty="0" smtClean="0"/>
              <a:t>logger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Unit </a:t>
            </a:r>
            <a:r>
              <a:rPr lang="en-US" sz="1200" dirty="0" smtClean="0"/>
              <a:t>Test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Build template </a:t>
            </a:r>
            <a:r>
              <a:rPr lang="en-US" sz="1200" dirty="0" smtClean="0"/>
              <a:t>GUI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Research Server operating </a:t>
            </a:r>
            <a:r>
              <a:rPr lang="en-US" sz="1200" dirty="0" smtClean="0"/>
              <a:t>systems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Research </a:t>
            </a:r>
            <a:r>
              <a:rPr lang="en-US" sz="1200" dirty="0" smtClean="0"/>
              <a:t>Security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Convert to a </a:t>
            </a:r>
            <a:r>
              <a:rPr lang="en-US" sz="1200" dirty="0" smtClean="0"/>
              <a:t>service</a:t>
            </a:r>
          </a:p>
          <a:p>
            <a:pPr lvl="1"/>
            <a:r>
              <a:rPr lang="en-US" sz="1200" dirty="0" smtClean="0"/>
              <a:t>Server</a:t>
            </a:r>
            <a:r>
              <a:rPr lang="en-US" sz="1200" dirty="0"/>
              <a:t>: Research attaching a GUI to a </a:t>
            </a:r>
            <a:r>
              <a:rPr lang="en-US" sz="1200" dirty="0" smtClean="0"/>
              <a:t>service using </a:t>
            </a:r>
            <a:r>
              <a:rPr lang="en-US" sz="1200" dirty="0"/>
              <a:t>C</a:t>
            </a:r>
            <a:r>
              <a:rPr lang="en-US" sz="1200" dirty="0" smtClean="0"/>
              <a:t>#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0579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51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397</Words>
  <Application>Microsoft Office PowerPoint</Application>
  <PresentationFormat>On-screen Show (4:3)</PresentationFormat>
  <Paragraphs>101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Set Top Box Multiplayer Framework</vt:lpstr>
      <vt:lpstr>Client</vt:lpstr>
      <vt:lpstr>Project</vt:lpstr>
      <vt:lpstr>Sprint Review</vt:lpstr>
      <vt:lpstr>System Design</vt:lpstr>
      <vt:lpstr>Prototypes</vt:lpstr>
      <vt:lpstr>vSTB</vt:lpstr>
      <vt:lpstr>vAPMAX</vt:lpstr>
      <vt:lpstr>Game Server</vt:lpstr>
      <vt:lpstr>Demo</vt:lpstr>
      <vt:lpstr>Product Backlog</vt:lpstr>
      <vt:lpstr>Questions</vt:lpstr>
    </vt:vector>
  </TitlesOfParts>
  <Company>Innovative Systems LLC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Top Box Multiplayer Framework</dc:title>
  <dc:creator>Marshall Gaucher</dc:creator>
  <cp:lastModifiedBy>Marshall Gaucher</cp:lastModifiedBy>
  <cp:revision>18</cp:revision>
  <dcterms:created xsi:type="dcterms:W3CDTF">2012-12-03T23:41:35Z</dcterms:created>
  <dcterms:modified xsi:type="dcterms:W3CDTF">2012-12-04T19:21:00Z</dcterms:modified>
</cp:coreProperties>
</file>