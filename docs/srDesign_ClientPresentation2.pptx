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74" r:id="rId9"/>
    <p:sldId id="275" r:id="rId10"/>
    <p:sldId id="271" r:id="rId11"/>
    <p:sldId id="276" r:id="rId12"/>
    <p:sldId id="277" r:id="rId13"/>
    <p:sldId id="278" r:id="rId14"/>
    <p:sldId id="265" r:id="rId15"/>
    <p:sldId id="273" r:id="rId16"/>
    <p:sldId id="279" r:id="rId17"/>
    <p:sldId id="266" r:id="rId18"/>
    <p:sldId id="280" r:id="rId19"/>
    <p:sldId id="269" r:id="rId20"/>
    <p:sldId id="268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41" autoAdjust="0"/>
  </p:normalViewPr>
  <p:slideViewPr>
    <p:cSldViewPr>
      <p:cViewPr varScale="1">
        <p:scale>
          <a:sx n="117" d="100"/>
          <a:sy n="117" d="100"/>
        </p:scale>
        <p:origin x="-146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C3486-C119-448E-A265-041371F09A66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A95CE1-299B-42DC-A2C0-27ACC2F8D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407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951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270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31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04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448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245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719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Marshall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479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6261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5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69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Kevin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787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096CBEF-B388-4E9F-94F0-5BE1A698433D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r"/>
            <a:r>
              <a:rPr lang="en-US" dirty="0" smtClean="0"/>
              <a:t>Team: Plugged-In</a:t>
            </a:r>
          </a:p>
          <a:p>
            <a:pPr algn="r"/>
            <a:r>
              <a:rPr lang="en-US" sz="2000" dirty="0" smtClean="0"/>
              <a:t>Marshall Gaucher, David Jarman, Kevin Worner</a:t>
            </a:r>
          </a:p>
          <a:p>
            <a:pPr algn="r"/>
            <a:r>
              <a:rPr lang="en-US" sz="2000" dirty="0" smtClean="0"/>
              <a:t>Sponsored by: Innovative Systems, L.L.C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63431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sz="2600" dirty="0" smtClean="0"/>
              <a:t>STB</a:t>
            </a:r>
          </a:p>
          <a:p>
            <a:pPr lvl="1"/>
            <a:r>
              <a:rPr lang="en-US" sz="2400" dirty="0" smtClean="0"/>
              <a:t>Set-top-box providing television and integrated telephony applications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944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STB multiplayer game plugins</a:t>
            </a:r>
          </a:p>
          <a:p>
            <a:r>
              <a:rPr lang="en-US" dirty="0" smtClean="0"/>
              <a:t>Design a template game UI for STBs in an APMax environment</a:t>
            </a:r>
          </a:p>
          <a:p>
            <a:r>
              <a:rPr lang="en-US" dirty="0" smtClean="0"/>
              <a:t>Build a virtual APMax to simulate future communication protocols</a:t>
            </a:r>
          </a:p>
          <a:p>
            <a:r>
              <a:rPr lang="en-US" dirty="0" smtClean="0"/>
              <a:t>Convert games to proof-of-concept multiplayer games.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087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Sprint #1</a:t>
            </a:r>
          </a:p>
          <a:p>
            <a:pPr lvl="1"/>
            <a:r>
              <a:rPr lang="en-US" sz="2400" dirty="0" smtClean="0"/>
              <a:t>Initial design of STBMF system</a:t>
            </a:r>
          </a:p>
          <a:p>
            <a:pPr lvl="1"/>
            <a:r>
              <a:rPr lang="en-US" sz="2400" dirty="0" smtClean="0"/>
              <a:t>Researched </a:t>
            </a:r>
            <a:r>
              <a:rPr lang="en-US" sz="2400" dirty="0" smtClean="0"/>
              <a:t>current Innovative System network communications</a:t>
            </a:r>
          </a:p>
          <a:p>
            <a:r>
              <a:rPr lang="en-US" dirty="0" smtClean="0"/>
              <a:t>Sprint #2</a:t>
            </a:r>
          </a:p>
          <a:p>
            <a:pPr lvl="1"/>
            <a:r>
              <a:rPr lang="en-US" sz="2400" dirty="0" smtClean="0"/>
              <a:t>Designed </a:t>
            </a:r>
            <a:r>
              <a:rPr lang="en-US" sz="2400" dirty="0" smtClean="0"/>
              <a:t>prototypes of STBMF System (vSTB, </a:t>
            </a:r>
            <a:r>
              <a:rPr lang="en-US" sz="2400" dirty="0" err="1" smtClean="0"/>
              <a:t>vAPMAX</a:t>
            </a:r>
            <a:r>
              <a:rPr lang="en-US" sz="2400" dirty="0" smtClean="0"/>
              <a:t>, Game Server) </a:t>
            </a:r>
          </a:p>
          <a:p>
            <a:pPr lvl="1"/>
            <a:r>
              <a:rPr lang="en-US" sz="2400" dirty="0" smtClean="0"/>
              <a:t>Designed communication definitions for STBMF</a:t>
            </a:r>
            <a:endParaRPr lang="en-US" sz="2400" dirty="0"/>
          </a:p>
          <a:p>
            <a:r>
              <a:rPr lang="en-US" dirty="0" smtClean="0"/>
              <a:t>Sprint #3</a:t>
            </a:r>
          </a:p>
          <a:p>
            <a:pPr lvl="1"/>
            <a:r>
              <a:rPr lang="en-US" sz="2400" dirty="0" smtClean="0"/>
              <a:t>Implemented prototypes to test designed communication </a:t>
            </a:r>
            <a:r>
              <a:rPr lang="en-US" sz="2400" dirty="0" smtClean="0"/>
              <a:t>definitions</a:t>
            </a:r>
          </a:p>
          <a:p>
            <a:pPr lvl="1"/>
            <a:r>
              <a:rPr lang="en-US" sz="2400" dirty="0" smtClean="0"/>
              <a:t>Created sand box environment for development</a:t>
            </a:r>
            <a:endParaRPr lang="en-US" sz="2400" dirty="0" smtClean="0"/>
          </a:p>
          <a:p>
            <a:pPr lvl="1"/>
            <a:endParaRPr lang="en-US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 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032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3 Major Components:</a:t>
            </a:r>
          </a:p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1"/>
            <a:r>
              <a:rPr lang="en-US" dirty="0" smtClean="0"/>
              <a:t>Game Server</a:t>
            </a:r>
          </a:p>
          <a:p>
            <a:r>
              <a:rPr lang="en-US" dirty="0" smtClean="0"/>
              <a:t>Communication:</a:t>
            </a:r>
          </a:p>
          <a:p>
            <a:pPr lvl="1"/>
            <a:r>
              <a:rPr lang="en-US" dirty="0" smtClean="0"/>
              <a:t>UDP</a:t>
            </a:r>
            <a:r>
              <a:rPr lang="en-US" dirty="0"/>
              <a:t> </a:t>
            </a:r>
            <a:r>
              <a:rPr lang="en-US" dirty="0" smtClean="0"/>
              <a:t>and TCP</a:t>
            </a:r>
          </a:p>
          <a:p>
            <a:pPr lvl="1"/>
            <a:r>
              <a:rPr lang="en-US" dirty="0" smtClean="0"/>
              <a:t>CommandLink protocol</a:t>
            </a:r>
            <a:endParaRPr lang="en-US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Design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653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2"/>
            <a:r>
              <a:rPr lang="en-US" dirty="0" smtClean="0"/>
              <a:t>Scalable module to handle game environment request/response from user</a:t>
            </a:r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2"/>
            <a:r>
              <a:rPr lang="en-US" dirty="0" smtClean="0"/>
              <a:t>Message handler between </a:t>
            </a:r>
            <a:r>
              <a:rPr lang="en-US" dirty="0" err="1" smtClean="0"/>
              <a:t>vSTB</a:t>
            </a:r>
            <a:r>
              <a:rPr lang="en-US" dirty="0" smtClean="0"/>
              <a:t> and Game Server</a:t>
            </a:r>
          </a:p>
          <a:p>
            <a:pPr lvl="1"/>
            <a:r>
              <a:rPr lang="en-US" dirty="0" smtClean="0"/>
              <a:t>Game Server</a:t>
            </a:r>
          </a:p>
          <a:p>
            <a:pPr lvl="2"/>
            <a:r>
              <a:rPr lang="en-US" dirty="0" smtClean="0"/>
              <a:t>Process requests from/responses to users on vSTB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Prototypes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91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New request response definitions</a:t>
            </a:r>
          </a:p>
          <a:p>
            <a:r>
              <a:rPr lang="en-US" dirty="0" smtClean="0"/>
              <a:t>Scalable</a:t>
            </a:r>
          </a:p>
          <a:p>
            <a:r>
              <a:rPr lang="en-US" dirty="0" smtClean="0"/>
              <a:t>Modular (</a:t>
            </a:r>
            <a:r>
              <a:rPr lang="en-US" dirty="0" err="1" smtClean="0"/>
              <a:t>vSTB</a:t>
            </a:r>
            <a:r>
              <a:rPr lang="en-US" dirty="0" smtClean="0"/>
              <a:t> Tester, </a:t>
            </a:r>
            <a:r>
              <a:rPr lang="en-US" dirty="0" err="1" smtClean="0"/>
              <a:t>vSTB</a:t>
            </a:r>
            <a:r>
              <a:rPr lang="en-US" dirty="0" smtClean="0"/>
              <a:t> Multiplayer)</a:t>
            </a:r>
          </a:p>
          <a:p>
            <a:r>
              <a:rPr lang="en-US" dirty="0" smtClean="0"/>
              <a:t>Platform independent</a:t>
            </a:r>
          </a:p>
          <a:p>
            <a:r>
              <a:rPr lang="en-US" dirty="0" smtClean="0"/>
              <a:t>Increased availability to Users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279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400"/>
            <a:ext cx="8229600" cy="4525963"/>
          </a:xfrm>
        </p:spPr>
        <p:txBody>
          <a:bodyPr/>
          <a:lstStyle/>
          <a:p>
            <a:r>
              <a:rPr lang="en-US" dirty="0" err="1" smtClean="0"/>
              <a:t>vSTB</a:t>
            </a:r>
            <a:r>
              <a:rPr lang="en-US" dirty="0" smtClean="0"/>
              <a:t> must </a:t>
            </a:r>
            <a:r>
              <a:rPr lang="en-US" dirty="0"/>
              <a:t>work on actual </a:t>
            </a:r>
            <a:r>
              <a:rPr lang="en-US" dirty="0" smtClean="0"/>
              <a:t>STB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Story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263034"/>
              </p:ext>
            </p:extLst>
          </p:nvPr>
        </p:nvGraphicFramePr>
        <p:xfrm>
          <a:off x="381000" y="1828800"/>
          <a:ext cx="8229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87680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Amino Live</a:t>
                      </a:r>
                    </a:p>
                    <a:p>
                      <a:endParaRPr lang="en-US" sz="1200" b="0" i="0" kern="1200" dirty="0" smtClean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Connectivity: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Dual gigabit Ethernet via RJ-45 shielded connector, 802.11n wireless, Bluetooth, </a:t>
                      </a:r>
                      <a:r>
                        <a:rPr lang="en-US" sz="1200" b="0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sim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smart card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Outputs: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HDMI 1.4 with HDCP. USB 2.0 8 3.0</a:t>
                      </a:r>
                    </a:p>
                    <a:p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Memory: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GB DDR 3 RAM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HDD: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250GB standard. Other sizes on request.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Codecs: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MPEG-2 MP@HL</a:t>
                      </a: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1200" b="1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MPEG-4 pt10 AVC/H.264 HP@L4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Multi-plane dual HD (1080p) decode and display of video (MPEG 2, VCI</a:t>
                      </a:r>
                      <a:r>
                        <a:rPr lang="en-US" sz="1200" b="1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 H264) and other low bit rate codec support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CPU:</a:t>
                      </a:r>
                      <a:r>
                        <a:rPr lang="en-US" sz="1200" b="1" dirty="0" smtClean="0"/>
                        <a:t/>
                      </a:r>
                      <a:br>
                        <a:rPr lang="en-US" sz="1200" b="1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Intel® Dual Core Atom™ based with hyper threading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Graphics:</a:t>
                      </a:r>
                      <a:r>
                        <a:rPr lang="en-US" sz="1200" b="1" dirty="0" smtClean="0"/>
                        <a:t/>
                      </a:r>
                      <a:br>
                        <a:rPr lang="en-US" sz="1200" b="1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Advanced graphics core with OpenGL2.0 and 3D </a:t>
                      </a:r>
                      <a:r>
                        <a:rPr lang="en-US" sz="1200" b="0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shader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support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Amino A140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endParaRPr lang="en-US" sz="1200" dirty="0" smtClean="0"/>
                    </a:p>
                    <a:p>
                      <a:r>
                        <a:rPr lang="en-US" sz="1200" dirty="0" smtClean="0"/>
                        <a:t>Connectivity:</a:t>
                      </a:r>
                    </a:p>
                    <a:p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Ethernet 10/100 </a:t>
                      </a:r>
                      <a:r>
                        <a:rPr lang="en-US" sz="1200" b="0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BaseT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via RJ-45 shielded connector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endParaRPr lang="en-US" sz="1200" dirty="0" smtClean="0"/>
                    </a:p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Outputs: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HDMI 1.3a. (excl. Deep </a:t>
                      </a:r>
                      <a:r>
                        <a:rPr lang="en-US" sz="1200" b="0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colour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DTS audio) with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HDCP.S/PDIF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(optical). USB2.0. 10-way Mini-DIN for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Composite</a:t>
                      </a:r>
                      <a:r>
                        <a:rPr lang="en-US" sz="1200" b="1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Component (</a:t>
                      </a:r>
                      <a:r>
                        <a:rPr lang="en-US" sz="1200" b="0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YPrPb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),RGB, S-Video and</a:t>
                      </a:r>
                      <a:r>
                        <a:rPr lang="en-US" sz="1200" b="1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analogue audio. RF Mod and loop through.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endParaRPr lang="en-US" sz="1200" dirty="0" smtClean="0"/>
                    </a:p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Codecs: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MPEG-2 MP@HL. MPEG-4 pt10 AVC/H.264 HP@L4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endParaRPr lang="en-US" sz="1200" dirty="0" smtClean="0"/>
                    </a:p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GRAPHICS RESOLUTIONS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HD graphics up to 1280x720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Memory:</a:t>
                      </a:r>
                      <a:r>
                        <a:rPr lang="en-US" sz="1200" dirty="0" smtClean="0"/>
                        <a:t/>
                      </a:r>
                      <a:br>
                        <a:rPr lang="en-US" sz="1200" dirty="0" smtClean="0"/>
                      </a:br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128MB Flash, 256MB RAM</a:t>
                      </a:r>
                    </a:p>
                    <a:p>
                      <a:endParaRPr lang="en-US" sz="1200" b="0" i="0" kern="1200" dirty="0" smtClean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2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CPU:</a:t>
                      </a:r>
                    </a:p>
                    <a:p>
                      <a:r>
                        <a:rPr lang="en-US" sz="1200" b="0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800</a:t>
                      </a:r>
                      <a:r>
                        <a:rPr lang="en-US" sz="1200" b="0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200" b="0" i="0" kern="1200" baseline="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Mhz</a:t>
                      </a:r>
                      <a:r>
                        <a:rPr lang="en-US" sz="1200" b="0" i="0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Processor</a:t>
                      </a:r>
                      <a:endParaRPr lang="en-US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38150" y="3429000"/>
            <a:ext cx="3962400" cy="3429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572000" y="3810000"/>
            <a:ext cx="3810000" cy="2362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095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 smtClean="0"/>
              <a:t>vSTB</a:t>
            </a:r>
            <a:r>
              <a:rPr lang="en-US" dirty="0" smtClean="0"/>
              <a:t> must be fully Unit Tested</a:t>
            </a:r>
          </a:p>
          <a:p>
            <a:r>
              <a:rPr lang="en-US" dirty="0"/>
              <a:t>Unit Testing: </a:t>
            </a:r>
            <a:r>
              <a:rPr lang="en-US" dirty="0" err="1" smtClean="0"/>
              <a:t>QtTestLib</a:t>
            </a:r>
            <a:endParaRPr lang="en-US" dirty="0" smtClean="0"/>
          </a:p>
          <a:p>
            <a:pPr lvl="1"/>
            <a:r>
              <a:rPr lang="en-US" dirty="0" smtClean="0"/>
              <a:t>Lightweight </a:t>
            </a:r>
            <a:r>
              <a:rPr lang="en-US" dirty="0"/>
              <a:t>library, around 6000 lines of code and 60 exported </a:t>
            </a:r>
            <a:r>
              <a:rPr lang="en-US" dirty="0" smtClean="0"/>
              <a:t>symbols.</a:t>
            </a:r>
          </a:p>
          <a:p>
            <a:pPr lvl="1"/>
            <a:r>
              <a:rPr lang="en-US" dirty="0" smtClean="0"/>
              <a:t>Data-driven </a:t>
            </a:r>
            <a:r>
              <a:rPr lang="en-US" dirty="0"/>
              <a:t>unit testing and GUI </a:t>
            </a:r>
            <a:r>
              <a:rPr lang="en-US" dirty="0" smtClean="0"/>
              <a:t>testing.</a:t>
            </a:r>
          </a:p>
          <a:p>
            <a:pPr lvl="1"/>
            <a:r>
              <a:rPr lang="en-US" dirty="0" smtClean="0"/>
              <a:t>IDE </a:t>
            </a:r>
            <a:r>
              <a:rPr lang="en-US" dirty="0"/>
              <a:t>Integration for Visual Studio and </a:t>
            </a:r>
            <a:r>
              <a:rPr lang="en-US" dirty="0" err="1" smtClean="0"/>
              <a:t>KDevelop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Thread-safe </a:t>
            </a:r>
            <a:r>
              <a:rPr lang="en-US" dirty="0"/>
              <a:t>error </a:t>
            </a:r>
            <a:r>
              <a:rPr lang="en-US" dirty="0" smtClean="0"/>
              <a:t>reporting.</a:t>
            </a:r>
          </a:p>
          <a:p>
            <a:pPr lvl="1"/>
            <a:r>
              <a:rPr lang="en-US" dirty="0" smtClean="0"/>
              <a:t>Self-contained</a:t>
            </a:r>
            <a:r>
              <a:rPr lang="en-US" dirty="0"/>
              <a:t>, requires only </a:t>
            </a:r>
            <a:r>
              <a:rPr lang="en-US" dirty="0" err="1"/>
              <a:t>Qt</a:t>
            </a:r>
            <a:r>
              <a:rPr lang="en-US" dirty="0"/>
              <a:t> Core for non-</a:t>
            </a:r>
            <a:r>
              <a:rPr lang="en-US" dirty="0" err="1"/>
              <a:t>gui</a:t>
            </a:r>
            <a:r>
              <a:rPr lang="en-US" dirty="0"/>
              <a:t> </a:t>
            </a:r>
            <a:r>
              <a:rPr lang="en-US" dirty="0" smtClean="0"/>
              <a:t>testing.</a:t>
            </a:r>
          </a:p>
          <a:p>
            <a:pPr lvl="1"/>
            <a:r>
              <a:rPr lang="en-US" dirty="0" smtClean="0"/>
              <a:t>Rapid </a:t>
            </a:r>
            <a:r>
              <a:rPr lang="en-US" dirty="0"/>
              <a:t>testing, no special runners </a:t>
            </a:r>
            <a:r>
              <a:rPr lang="en-US" dirty="0" smtClean="0"/>
              <a:t>required.</a:t>
            </a:r>
          </a:p>
          <a:p>
            <a:pPr lvl="1"/>
            <a:r>
              <a:rPr lang="en-US" dirty="0" smtClean="0"/>
              <a:t>Rapid </a:t>
            </a:r>
            <a:r>
              <a:rPr lang="en-US" dirty="0"/>
              <a:t>test creation, no special utilities or </a:t>
            </a:r>
            <a:r>
              <a:rPr lang="en-US" dirty="0" err="1"/>
              <a:t>testcase</a:t>
            </a:r>
            <a:r>
              <a:rPr lang="en-US" dirty="0"/>
              <a:t>-registration </a:t>
            </a:r>
            <a:r>
              <a:rPr lang="en-US" dirty="0" smtClean="0"/>
              <a:t>required.</a:t>
            </a:r>
          </a:p>
          <a:p>
            <a:pPr lvl="1"/>
            <a:r>
              <a:rPr lang="en-US" dirty="0" smtClean="0"/>
              <a:t>Easily </a:t>
            </a:r>
            <a:r>
              <a:rPr lang="en-US" dirty="0"/>
              <a:t>extendable test logging, outputs plain text or </a:t>
            </a:r>
            <a:r>
              <a:rPr lang="en-US" dirty="0" smtClean="0"/>
              <a:t>xml.</a:t>
            </a:r>
          </a:p>
          <a:p>
            <a:r>
              <a:rPr lang="en-US" dirty="0" err="1" smtClean="0"/>
              <a:t>QElapsedTimer</a:t>
            </a:r>
            <a:endParaRPr lang="en-US" dirty="0" smtClean="0"/>
          </a:p>
          <a:p>
            <a:pPr lvl="1"/>
            <a:r>
              <a:rPr lang="en-US" dirty="0" smtClean="0"/>
              <a:t>milliseconds, nanoseconds(best </a:t>
            </a:r>
            <a:r>
              <a:rPr lang="en-US" dirty="0"/>
              <a:t>estimated by system)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619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/>
              <a:t> </a:t>
            </a:r>
            <a:r>
              <a:rPr lang="en-US" dirty="0" smtClean="0"/>
              <a:t>Design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600200" y="4414157"/>
            <a:ext cx="34480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Tester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</a:t>
            </a:r>
            <a:r>
              <a:rPr lang="en-US" dirty="0" err="1" smtClean="0"/>
              <a:t>vAPMAX</a:t>
            </a:r>
            <a:r>
              <a:rPr lang="en-US" dirty="0" smtClean="0"/>
              <a:t> intuitive interface to test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Game Server a flexible tool to view deployed objects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953000" y="4414157"/>
            <a:ext cx="4114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Multiplayer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Reduces current load on STB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Framework provides foundation to add future features to meet demand of end user and technology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190625"/>
            <a:ext cx="7800975" cy="322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60071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09" y="1481138"/>
            <a:ext cx="8176181" cy="4525962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 smtClean="0"/>
              <a:t> Tester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461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Current STB Game Architecture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990600"/>
            <a:ext cx="5165725" cy="5675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2057400" y="5791200"/>
            <a:ext cx="5029200" cy="990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86600" y="3429000"/>
            <a:ext cx="1905000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/>
              <a:t>vSTB</a:t>
            </a:r>
            <a:r>
              <a:rPr lang="en-US" dirty="0" smtClean="0"/>
              <a:t> removes current load to be stored on Game Server</a:t>
            </a:r>
            <a:endParaRPr lang="en-US" dirty="0"/>
          </a:p>
        </p:txBody>
      </p:sp>
      <p:cxnSp>
        <p:nvCxnSpPr>
          <p:cNvPr id="9" name="Straight Arrow Connector 8"/>
          <p:cNvCxnSpPr>
            <a:stCxn id="7" idx="2"/>
          </p:cNvCxnSpPr>
          <p:nvPr/>
        </p:nvCxnSpPr>
        <p:spPr>
          <a:xfrm flipH="1">
            <a:off x="7162800" y="4629329"/>
            <a:ext cx="876300" cy="116187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990600" y="990600"/>
            <a:ext cx="6019800" cy="47244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62800" y="1066800"/>
            <a:ext cx="1676400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Single Player Environment</a:t>
            </a:r>
            <a:endParaRPr lang="en-US" dirty="0"/>
          </a:p>
        </p:txBody>
      </p:sp>
      <p:cxnSp>
        <p:nvCxnSpPr>
          <p:cNvPr id="8" name="Straight Arrow Connector 7"/>
          <p:cNvCxnSpPr>
            <a:stCxn id="4" idx="2"/>
          </p:cNvCxnSpPr>
          <p:nvPr/>
        </p:nvCxnSpPr>
        <p:spPr>
          <a:xfrm flipH="1">
            <a:off x="7086600" y="1713131"/>
            <a:ext cx="914400" cy="1030069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513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Stabilize communication layer</a:t>
            </a:r>
          </a:p>
          <a:p>
            <a:r>
              <a:rPr lang="en-US" dirty="0" smtClean="0"/>
              <a:t>Redesign </a:t>
            </a:r>
            <a:r>
              <a:rPr lang="en-US" dirty="0" smtClean="0"/>
              <a:t>single </a:t>
            </a:r>
            <a:r>
              <a:rPr lang="en-US" dirty="0" smtClean="0"/>
              <a:t>player game architecture to exist with new live multiplayer environment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 smtClean="0"/>
              <a:t> Direction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574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through </a:t>
            </a:r>
            <a:r>
              <a:rPr lang="en-US" dirty="0" smtClean="0"/>
              <a:t>messaging </a:t>
            </a:r>
            <a:r>
              <a:rPr lang="en-US" dirty="0" smtClean="0"/>
              <a:t>system</a:t>
            </a:r>
          </a:p>
          <a:p>
            <a:pPr lvl="1"/>
            <a:r>
              <a:rPr lang="en-US" dirty="0" smtClean="0"/>
              <a:t>STB</a:t>
            </a:r>
          </a:p>
          <a:p>
            <a:pPr lvl="1"/>
            <a:r>
              <a:rPr lang="en-US" dirty="0" smtClean="0"/>
              <a:t>Game Server</a:t>
            </a:r>
          </a:p>
          <a:p>
            <a:r>
              <a:rPr lang="en-US" dirty="0" smtClean="0"/>
              <a:t>Performs quick formatting</a:t>
            </a:r>
          </a:p>
          <a:p>
            <a:r>
              <a:rPr lang="en-US" dirty="0" smtClean="0"/>
              <a:t>Allows </a:t>
            </a:r>
            <a:r>
              <a:rPr lang="en-US" dirty="0" smtClean="0"/>
              <a:t>quicker </a:t>
            </a:r>
            <a:r>
              <a:rPr lang="en-US" dirty="0" smtClean="0"/>
              <a:t>development</a:t>
            </a:r>
          </a:p>
          <a:p>
            <a:r>
              <a:rPr lang="en-US" dirty="0" smtClean="0"/>
              <a:t>Can test new communication protocols</a:t>
            </a:r>
            <a:endParaRPr lang="en-US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vAPMax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388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475" y="1481138"/>
            <a:ext cx="3725049" cy="4525962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vAPMax Dataflow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671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1254239"/>
            <a:ext cx="5410200" cy="5404703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vAPMax Prototype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817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Will manage game resources/instances/stats</a:t>
            </a:r>
          </a:p>
          <a:p>
            <a:r>
              <a:rPr lang="en-US" dirty="0" smtClean="0"/>
              <a:t>Right now: Manages communication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Game Server</a:t>
            </a:r>
            <a:endParaRPr lang="en-US" dirty="0"/>
          </a:p>
        </p:txBody>
      </p:sp>
      <p:grpSp>
        <p:nvGrpSpPr>
          <p:cNvPr id="50" name="Group 49"/>
          <p:cNvGrpSpPr/>
          <p:nvPr/>
        </p:nvGrpSpPr>
        <p:grpSpPr>
          <a:xfrm>
            <a:off x="990600" y="2895600"/>
            <a:ext cx="7086600" cy="3581400"/>
            <a:chOff x="381000" y="2393795"/>
            <a:chExt cx="7086600" cy="3581400"/>
          </a:xfrm>
        </p:grpSpPr>
        <p:sp>
          <p:nvSpPr>
            <p:cNvPr id="4" name="Rectangle 3"/>
            <p:cNvSpPr/>
            <p:nvPr/>
          </p:nvSpPr>
          <p:spPr>
            <a:xfrm>
              <a:off x="1447800" y="2393795"/>
              <a:ext cx="6019800" cy="3581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866900" y="2689464"/>
              <a:ext cx="2476500" cy="1905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0" y="2683727"/>
              <a:ext cx="2362200" cy="1905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81200" y="4800600"/>
              <a:ext cx="1981200" cy="10668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33600" y="2667000"/>
              <a:ext cx="205740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Communication Handler</a:t>
              </a:r>
            </a:p>
            <a:p>
              <a:pPr algn="ctr"/>
              <a:endParaRPr lang="en-US" dirty="0" smtClean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Receive message</a:t>
              </a:r>
            </a:p>
            <a:p>
              <a:pPr marL="285750" indent="-285750">
                <a:buFont typeface="Arial" pitchFamily="34" charset="0"/>
                <a:buChar char="•"/>
              </a:pPr>
              <a:endParaRPr lang="en-US" sz="1400" dirty="0" smtClean="0"/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Send response</a:t>
              </a:r>
              <a:endParaRPr lang="en-US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24400" y="2743200"/>
              <a:ext cx="2209800" cy="16619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Data Handler</a:t>
              </a:r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Process message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Decrypt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Read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Prepare response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Encrypt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33600" y="4800600"/>
              <a:ext cx="16002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UI Buttons</a:t>
              </a:r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200" dirty="0" smtClean="0"/>
                <a:t>Send custom, hardcoded messages</a:t>
              </a:r>
              <a:endParaRPr lang="en-US" sz="16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00600" y="511706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Gamer Server</a:t>
              </a:r>
              <a:endParaRPr lang="en-US" dirty="0"/>
            </a:p>
          </p:txBody>
        </p:sp>
        <p:cxnSp>
          <p:nvCxnSpPr>
            <p:cNvPr id="14" name="Straight Arrow Connector 13"/>
            <p:cNvCxnSpPr>
              <a:stCxn id="9" idx="3"/>
            </p:cNvCxnSpPr>
            <p:nvPr/>
          </p:nvCxnSpPr>
          <p:spPr>
            <a:xfrm flipV="1">
              <a:off x="4191000" y="3429000"/>
              <a:ext cx="540834" cy="1305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4038600" y="4267200"/>
              <a:ext cx="8382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/>
            <p:cNvSpPr/>
            <p:nvPr/>
          </p:nvSpPr>
          <p:spPr>
            <a:xfrm>
              <a:off x="762000" y="3361139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TCP In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1600200" y="3558492"/>
              <a:ext cx="533400" cy="8347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762000" y="4558293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smtClean="0">
                  <a:solidFill>
                    <a:schemeClr val="tx1"/>
                  </a:solidFill>
                </a:rPr>
                <a:t>TCP Out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 flipH="1">
              <a:off x="1676400" y="43434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 flipH="1" flipV="1">
              <a:off x="1676400" y="48768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/>
            <p:nvPr/>
          </p:nvCxnSpPr>
          <p:spPr>
            <a:xfrm>
              <a:off x="381000" y="3559745"/>
              <a:ext cx="5334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H="1">
              <a:off x="381000" y="4755646"/>
              <a:ext cx="4572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347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8739" y="1995574"/>
            <a:ext cx="5126522" cy="3497089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Game Server Prototype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429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5486400"/>
          </a:xfrm>
        </p:spPr>
        <p:txBody>
          <a:bodyPr>
            <a:noAutofit/>
          </a:bodyPr>
          <a:lstStyle/>
          <a:p>
            <a:r>
              <a:rPr lang="en-US" sz="1200" b="1" dirty="0" err="1" smtClean="0"/>
              <a:t>vSTB</a:t>
            </a:r>
            <a:endParaRPr lang="en-US" sz="1200" b="1" dirty="0"/>
          </a:p>
          <a:p>
            <a:pPr lvl="1"/>
            <a:r>
              <a:rPr lang="en-US" sz="1200" dirty="0"/>
              <a:t>Research </a:t>
            </a:r>
            <a:r>
              <a:rPr lang="en-US" sz="1200" dirty="0" err="1"/>
              <a:t>Qt</a:t>
            </a:r>
            <a:r>
              <a:rPr lang="en-US" sz="1200" dirty="0"/>
              <a:t> Unit Testing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Checkers game as a proof </a:t>
            </a:r>
            <a:r>
              <a:rPr lang="en-US" sz="1200" dirty="0" smtClean="0"/>
              <a:t>of concept</a:t>
            </a:r>
          </a:p>
          <a:p>
            <a:pPr lvl="1"/>
            <a:r>
              <a:rPr lang="en-US" sz="1200" dirty="0" smtClean="0"/>
              <a:t>Prove </a:t>
            </a:r>
            <a:r>
              <a:rPr lang="en-US" sz="1200" dirty="0"/>
              <a:t>out and implement </a:t>
            </a:r>
            <a:r>
              <a:rPr lang="en-US" sz="1200" dirty="0" err="1" smtClean="0"/>
              <a:t>QUiLoader</a:t>
            </a:r>
            <a:endParaRPr lang="en-US" sz="1200" dirty="0"/>
          </a:p>
          <a:p>
            <a:pPr lvl="1"/>
            <a:r>
              <a:rPr lang="en-US" sz="1200" dirty="0" smtClean="0"/>
              <a:t>Research </a:t>
            </a:r>
            <a:r>
              <a:rPr lang="en-US" sz="1200" dirty="0"/>
              <a:t>Dynamic </a:t>
            </a:r>
            <a:r>
              <a:rPr lang="en-US" sz="1200" dirty="0" smtClean="0"/>
              <a:t>UI</a:t>
            </a:r>
          </a:p>
          <a:p>
            <a:pPr lvl="1"/>
            <a:r>
              <a:rPr lang="en-US" sz="1200" dirty="0" smtClean="0"/>
              <a:t>Refactor </a:t>
            </a:r>
            <a:r>
              <a:rPr lang="en-US" sz="1200" dirty="0"/>
              <a:t>existing STB game </a:t>
            </a:r>
            <a:r>
              <a:rPr lang="en-US" sz="1200" dirty="0" smtClean="0"/>
              <a:t>view/model </a:t>
            </a:r>
            <a:r>
              <a:rPr lang="en-US" sz="1200" dirty="0"/>
              <a:t>architecture to meet STBMF </a:t>
            </a:r>
            <a:r>
              <a:rPr lang="en-US" sz="1200" dirty="0" smtClean="0"/>
              <a:t>requirements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Memory game as a proof of </a:t>
            </a:r>
            <a:r>
              <a:rPr lang="en-US" sz="1200" dirty="0" smtClean="0"/>
              <a:t>concept</a:t>
            </a:r>
          </a:p>
          <a:p>
            <a:r>
              <a:rPr lang="en-US" sz="1200" b="1" dirty="0" err="1" smtClean="0"/>
              <a:t>vAPMAX</a:t>
            </a:r>
            <a:endParaRPr lang="en-US" sz="1200" b="1" dirty="0"/>
          </a:p>
          <a:p>
            <a:pPr lvl="1"/>
            <a:r>
              <a:rPr lang="en-US" sz="1200" dirty="0" smtClean="0"/>
              <a:t>Integrate </a:t>
            </a:r>
            <a:r>
              <a:rPr lang="en-US" sz="1200" dirty="0"/>
              <a:t>Logger into project and </a:t>
            </a:r>
            <a:r>
              <a:rPr lang="en-US" sz="1200" dirty="0" smtClean="0"/>
              <a:t>provide basic </a:t>
            </a:r>
            <a:r>
              <a:rPr lang="en-US" sz="1200" dirty="0"/>
              <a:t>command line usage to view</a:t>
            </a:r>
            <a:r>
              <a:rPr lang="en-US" sz="1200" dirty="0" smtClean="0"/>
              <a:t>.</a:t>
            </a:r>
          </a:p>
          <a:p>
            <a:pPr lvl="1"/>
            <a:r>
              <a:rPr lang="en-US" sz="1200" dirty="0" smtClean="0"/>
              <a:t>Unit Testing</a:t>
            </a:r>
          </a:p>
          <a:p>
            <a:pPr lvl="1"/>
            <a:r>
              <a:rPr lang="en-US" sz="1200" dirty="0"/>
              <a:t>U</a:t>
            </a:r>
            <a:r>
              <a:rPr lang="en-US" sz="1200" dirty="0" smtClean="0"/>
              <a:t>pdate </a:t>
            </a:r>
            <a:r>
              <a:rPr lang="en-US" sz="1200" dirty="0"/>
              <a:t>Reactive Extension package to </a:t>
            </a:r>
            <a:r>
              <a:rPr lang="en-US" sz="1200" dirty="0" smtClean="0"/>
              <a:t>latest</a:t>
            </a:r>
            <a:endParaRPr lang="en-US" sz="1200" dirty="0"/>
          </a:p>
          <a:p>
            <a:r>
              <a:rPr lang="en-US" sz="1200" b="1" dirty="0" smtClean="0"/>
              <a:t>Game Server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Plugin </a:t>
            </a:r>
            <a:r>
              <a:rPr lang="en-US" sz="1200" dirty="0" smtClean="0"/>
              <a:t>Interface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UI - Stats, </a:t>
            </a:r>
            <a:r>
              <a:rPr lang="en-US" sz="1200" dirty="0" smtClean="0"/>
              <a:t>Import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Future - server components,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Design: game interface - loading </a:t>
            </a:r>
            <a:r>
              <a:rPr lang="en-US" sz="1200" dirty="0" smtClean="0"/>
              <a:t>game, playing game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Unit </a:t>
            </a:r>
            <a:r>
              <a:rPr lang="en-US" sz="1200" dirty="0" smtClean="0"/>
              <a:t>Test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Build template </a:t>
            </a:r>
            <a:r>
              <a:rPr lang="en-US" sz="1200" dirty="0" smtClean="0"/>
              <a:t>GUI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Server operating </a:t>
            </a:r>
            <a:r>
              <a:rPr lang="en-US" sz="1200" dirty="0" smtClean="0"/>
              <a:t>systems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</a:t>
            </a:r>
            <a:r>
              <a:rPr lang="en-US" sz="1200" dirty="0" smtClean="0"/>
              <a:t>Security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Convert to a </a:t>
            </a:r>
            <a:r>
              <a:rPr lang="en-US" sz="1200" dirty="0" smtClean="0"/>
              <a:t>service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attaching a GUI to a </a:t>
            </a:r>
            <a:r>
              <a:rPr lang="en-US" sz="1200" dirty="0" smtClean="0"/>
              <a:t>service using </a:t>
            </a:r>
            <a:r>
              <a:rPr lang="en-US" sz="1200" dirty="0"/>
              <a:t>C</a:t>
            </a:r>
            <a:r>
              <a:rPr lang="en-US" sz="1200" dirty="0" smtClean="0"/>
              <a:t>#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Backlog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95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516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873</TotalTime>
  <Words>626</Words>
  <Application>Microsoft Office PowerPoint</Application>
  <PresentationFormat>On-screen Show (4:3)</PresentationFormat>
  <Paragraphs>172</Paragraphs>
  <Slides>20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Concourse</vt:lpstr>
      <vt:lpstr>Set Top Box Multiplayer Framework</vt:lpstr>
      <vt:lpstr>Client</vt:lpstr>
      <vt:lpstr>Project</vt:lpstr>
      <vt:lpstr>Sprint Review</vt:lpstr>
      <vt:lpstr>System Design</vt:lpstr>
      <vt:lpstr>Prototypes</vt:lpstr>
      <vt:lpstr>vSTB</vt:lpstr>
      <vt:lpstr>User Story</vt:lpstr>
      <vt:lpstr>User Story</vt:lpstr>
      <vt:lpstr>vSTB Design</vt:lpstr>
      <vt:lpstr>vSTB Tester</vt:lpstr>
      <vt:lpstr>Current STB Game Architecture</vt:lpstr>
      <vt:lpstr>vSTB Direction</vt:lpstr>
      <vt:lpstr>vAPMax</vt:lpstr>
      <vt:lpstr>vAPMax Dataflow</vt:lpstr>
      <vt:lpstr>vAPMax Prototype</vt:lpstr>
      <vt:lpstr>Game Server</vt:lpstr>
      <vt:lpstr>Game Server Prototype</vt:lpstr>
      <vt:lpstr>Product Backlog</vt:lpstr>
      <vt:lpstr>Questions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Marshall Gaucher</dc:creator>
  <cp:lastModifiedBy>David Jarman</cp:lastModifiedBy>
  <cp:revision>91</cp:revision>
  <dcterms:created xsi:type="dcterms:W3CDTF">2012-12-03T23:41:35Z</dcterms:created>
  <dcterms:modified xsi:type="dcterms:W3CDTF">2012-12-06T15:56:24Z</dcterms:modified>
</cp:coreProperties>
</file>