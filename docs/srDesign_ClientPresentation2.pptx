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71" r:id="rId9"/>
    <p:sldId id="270" r:id="rId10"/>
    <p:sldId id="272" r:id="rId11"/>
    <p:sldId id="265" r:id="rId12"/>
    <p:sldId id="273" r:id="rId13"/>
    <p:sldId id="266" r:id="rId14"/>
    <p:sldId id="267" r:id="rId15"/>
    <p:sldId id="269" r:id="rId16"/>
    <p:sldId id="268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41" autoAdjust="0"/>
  </p:normalViewPr>
  <p:slideViewPr>
    <p:cSldViewPr>
      <p:cViewPr varScale="1">
        <p:scale>
          <a:sx n="117" d="100"/>
          <a:sy n="117" d="100"/>
        </p:scale>
        <p:origin x="-146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C3486-C119-448E-A265-041371F09A66}" type="datetimeFigureOut">
              <a:rPr lang="en-US" smtClean="0"/>
              <a:t>12/6/2012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A95CE1-299B-42DC-A2C0-27ACC2F8D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407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951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270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31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04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448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245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626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5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069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Kevin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A95CE1-299B-42DC-A2C0-27ACC2F8D3F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787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58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86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161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781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81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107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12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002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60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892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543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96CBEF-B388-4E9F-94F0-5BE1A698433D}" type="datetimeFigureOut">
              <a:rPr lang="en-US" smtClean="0"/>
              <a:t>12/5/2012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BDE544-15E2-4E42-8238-153692337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0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Set Top Box 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 smtClean="0"/>
              <a:t>Team: Plugged-In</a:t>
            </a:r>
          </a:p>
          <a:p>
            <a:pPr algn="r"/>
            <a:r>
              <a:rPr lang="en-US" sz="2000" dirty="0" smtClean="0"/>
              <a:t>Marshall Gaucher, David Jarman, Kevin Worner</a:t>
            </a:r>
          </a:p>
          <a:p>
            <a:pPr algn="r"/>
            <a:r>
              <a:rPr lang="en-US" sz="2000" dirty="0" smtClean="0"/>
              <a:t>Sponsored by: Innovative Systems, L.L.C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63431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dirty="0" smtClean="0"/>
              <a:t>Innovative Systems</a:t>
            </a:r>
          </a:p>
          <a:p>
            <a:pPr lvl="1"/>
            <a:r>
              <a:rPr lang="en-US" sz="2400" dirty="0"/>
              <a:t>P</a:t>
            </a:r>
            <a:r>
              <a:rPr lang="en-US" sz="2400" dirty="0" smtClean="0"/>
              <a:t>rovides integrated solutions for the independent telecommunications industry.</a:t>
            </a:r>
          </a:p>
          <a:p>
            <a:r>
              <a:rPr lang="en-US" sz="2800" dirty="0" smtClean="0"/>
              <a:t>APMax</a:t>
            </a:r>
            <a:endParaRPr lang="en-US" sz="2800" dirty="0" smtClean="0"/>
          </a:p>
          <a:p>
            <a:pPr lvl="1"/>
            <a:r>
              <a:rPr lang="en-US" sz="2400" dirty="0"/>
              <a:t>Application </a:t>
            </a:r>
            <a:r>
              <a:rPr lang="en-US" sz="2400" dirty="0" smtClean="0"/>
              <a:t>Server providing services such as:</a:t>
            </a:r>
          </a:p>
          <a:p>
            <a:pPr lvl="2"/>
            <a:r>
              <a:rPr lang="en-US" sz="2000" dirty="0" smtClean="0"/>
              <a:t>IPTV Video Solutions</a:t>
            </a:r>
          </a:p>
          <a:p>
            <a:pPr lvl="2"/>
            <a:r>
              <a:rPr lang="en-US" sz="2000" dirty="0" smtClean="0"/>
              <a:t>Unified Messaging</a:t>
            </a:r>
          </a:p>
          <a:p>
            <a:pPr lvl="2"/>
            <a:r>
              <a:rPr lang="en-US" sz="2000" dirty="0" smtClean="0"/>
              <a:t>Single Number Service</a:t>
            </a:r>
          </a:p>
          <a:p>
            <a:r>
              <a:rPr lang="en-US" dirty="0" smtClean="0"/>
              <a:t>STB</a:t>
            </a:r>
          </a:p>
          <a:p>
            <a:pPr lvl="1"/>
            <a:r>
              <a:rPr lang="en-US" dirty="0" smtClean="0"/>
              <a:t>Set-top-box providing television and integrated telephony applications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944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STB multiplayer game plugins</a:t>
            </a:r>
          </a:p>
          <a:p>
            <a:r>
              <a:rPr lang="en-US" dirty="0" smtClean="0"/>
              <a:t>Design a template game UI for STBs in an </a:t>
            </a:r>
            <a:r>
              <a:rPr lang="en-US" dirty="0" smtClean="0"/>
              <a:t>APMax </a:t>
            </a:r>
            <a:r>
              <a:rPr lang="en-US" dirty="0" smtClean="0"/>
              <a:t>environment</a:t>
            </a:r>
          </a:p>
          <a:p>
            <a:r>
              <a:rPr lang="en-US" dirty="0" smtClean="0"/>
              <a:t>Build a virtual </a:t>
            </a:r>
            <a:r>
              <a:rPr lang="en-US" dirty="0" smtClean="0"/>
              <a:t>APMax </a:t>
            </a:r>
            <a:r>
              <a:rPr lang="en-US" dirty="0" smtClean="0"/>
              <a:t>to simulate future communication </a:t>
            </a:r>
            <a:r>
              <a:rPr lang="en-US" dirty="0" smtClean="0"/>
              <a:t>protocols</a:t>
            </a:r>
            <a:endParaRPr lang="en-US" dirty="0" smtClean="0"/>
          </a:p>
          <a:p>
            <a:r>
              <a:rPr lang="en-US" dirty="0" smtClean="0"/>
              <a:t>Convert games to proof-of-concept multiplayer games.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087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 Review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#1</a:t>
            </a:r>
          </a:p>
          <a:p>
            <a:pPr lvl="1"/>
            <a:r>
              <a:rPr lang="en-US" sz="2400" dirty="0" smtClean="0"/>
              <a:t>Initial design of STBMF system</a:t>
            </a:r>
          </a:p>
          <a:p>
            <a:pPr lvl="1"/>
            <a:r>
              <a:rPr lang="en-US" sz="2400" dirty="0" smtClean="0"/>
              <a:t>Learn current Innovative System network communications</a:t>
            </a:r>
          </a:p>
          <a:p>
            <a:r>
              <a:rPr lang="en-US" dirty="0" smtClean="0"/>
              <a:t>Sprint #2</a:t>
            </a:r>
          </a:p>
          <a:p>
            <a:pPr lvl="1"/>
            <a:r>
              <a:rPr lang="en-US" sz="2400" dirty="0" smtClean="0"/>
              <a:t>Refined prototypes of STBMF System (</a:t>
            </a:r>
            <a:r>
              <a:rPr lang="en-US" sz="2400" dirty="0" err="1" smtClean="0"/>
              <a:t>vSTB</a:t>
            </a:r>
            <a:r>
              <a:rPr lang="en-US" sz="2400" dirty="0" smtClean="0"/>
              <a:t>, </a:t>
            </a:r>
            <a:r>
              <a:rPr lang="en-US" sz="2400" dirty="0" err="1" smtClean="0"/>
              <a:t>vAPMAX</a:t>
            </a:r>
            <a:r>
              <a:rPr lang="en-US" sz="2400" dirty="0" smtClean="0"/>
              <a:t>, Game Server) </a:t>
            </a:r>
          </a:p>
          <a:p>
            <a:pPr lvl="1"/>
            <a:r>
              <a:rPr lang="en-US" sz="2400" dirty="0" smtClean="0"/>
              <a:t>Designed communication definitions for STBMF</a:t>
            </a:r>
            <a:endParaRPr lang="en-US" sz="2400" dirty="0"/>
          </a:p>
          <a:p>
            <a:r>
              <a:rPr lang="en-US" dirty="0" smtClean="0"/>
              <a:t>Sprint #3</a:t>
            </a:r>
          </a:p>
          <a:p>
            <a:pPr lvl="1"/>
            <a:r>
              <a:rPr lang="en-US" sz="2400" dirty="0" smtClean="0"/>
              <a:t>Implemented prototypes to test designed communication definitions</a:t>
            </a:r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876032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3 Major Components:</a:t>
            </a:r>
          </a:p>
          <a:p>
            <a:pPr lvl="1"/>
            <a:r>
              <a:rPr lang="en-US" dirty="0" err="1" smtClean="0"/>
              <a:t>vSTB</a:t>
            </a:r>
            <a:endParaRPr lang="en-US" dirty="0" smtClean="0"/>
          </a:p>
          <a:p>
            <a:pPr lvl="1"/>
            <a:r>
              <a:rPr lang="en-US" dirty="0" err="1" smtClean="0"/>
              <a:t>vAPMAX</a:t>
            </a:r>
            <a:endParaRPr lang="en-US" dirty="0" smtClean="0"/>
          </a:p>
          <a:p>
            <a:pPr lvl="1"/>
            <a:r>
              <a:rPr lang="en-US" dirty="0" smtClean="0"/>
              <a:t>Game Server</a:t>
            </a:r>
          </a:p>
          <a:p>
            <a:r>
              <a:rPr lang="en-US" dirty="0" smtClean="0"/>
              <a:t>Communication:</a:t>
            </a:r>
          </a:p>
          <a:p>
            <a:pPr lvl="1"/>
            <a:r>
              <a:rPr lang="en-US" dirty="0" smtClean="0"/>
              <a:t>UDP</a:t>
            </a:r>
          </a:p>
          <a:p>
            <a:pPr lvl="1"/>
            <a:r>
              <a:rPr lang="en-US" dirty="0" smtClean="0"/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16653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Prototypes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1"/>
            <a:r>
              <a:rPr lang="en-US" dirty="0" err="1" smtClean="0"/>
              <a:t>vSTB</a:t>
            </a:r>
            <a:endParaRPr lang="en-US" dirty="0" smtClean="0"/>
          </a:p>
          <a:p>
            <a:pPr lvl="2"/>
            <a:r>
              <a:rPr lang="en-US" dirty="0" smtClean="0"/>
              <a:t>Scalable module to handle game environment request/response from user</a:t>
            </a:r>
          </a:p>
          <a:p>
            <a:pPr lvl="1"/>
            <a:r>
              <a:rPr lang="en-US" dirty="0" err="1" smtClean="0"/>
              <a:t>vAPMAX</a:t>
            </a:r>
            <a:endParaRPr lang="en-US" dirty="0" smtClean="0"/>
          </a:p>
          <a:p>
            <a:pPr lvl="2"/>
            <a:r>
              <a:rPr lang="en-US" dirty="0" smtClean="0"/>
              <a:t>Message handler between </a:t>
            </a:r>
            <a:r>
              <a:rPr lang="en-US" dirty="0" err="1" smtClean="0"/>
              <a:t>vSTB</a:t>
            </a:r>
            <a:r>
              <a:rPr lang="en-US" dirty="0" smtClean="0"/>
              <a:t> and Game Server</a:t>
            </a:r>
          </a:p>
          <a:p>
            <a:pPr lvl="1"/>
            <a:r>
              <a:rPr lang="en-US" dirty="0" smtClean="0"/>
              <a:t>Game Server</a:t>
            </a:r>
          </a:p>
          <a:p>
            <a:pPr lvl="2"/>
            <a:r>
              <a:rPr lang="en-US" dirty="0" smtClean="0"/>
              <a:t>Process requests from/responses to users on vSTB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91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New request response definitions</a:t>
            </a:r>
          </a:p>
          <a:p>
            <a:r>
              <a:rPr lang="en-US" dirty="0" smtClean="0"/>
              <a:t>Scalable</a:t>
            </a:r>
          </a:p>
          <a:p>
            <a:r>
              <a:rPr lang="en-US" dirty="0" smtClean="0"/>
              <a:t>Modular (</a:t>
            </a:r>
            <a:r>
              <a:rPr lang="en-US" dirty="0" err="1" smtClean="0"/>
              <a:t>vSTB</a:t>
            </a:r>
            <a:r>
              <a:rPr lang="en-US" dirty="0" smtClean="0"/>
              <a:t> Tester, </a:t>
            </a:r>
            <a:r>
              <a:rPr lang="en-US" dirty="0" err="1" smtClean="0"/>
              <a:t>vSTB</a:t>
            </a:r>
            <a:r>
              <a:rPr lang="en-US" dirty="0" smtClean="0"/>
              <a:t> Multiplayer)</a:t>
            </a:r>
          </a:p>
          <a:p>
            <a:r>
              <a:rPr lang="en-US" dirty="0" smtClean="0"/>
              <a:t>Platform independent</a:t>
            </a:r>
          </a:p>
          <a:p>
            <a:r>
              <a:rPr lang="en-US" dirty="0" smtClean="0"/>
              <a:t>Increased availability to Users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279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/>
              <a:t> </a:t>
            </a:r>
            <a:r>
              <a:rPr lang="en-US" dirty="0" smtClean="0"/>
              <a:t>Design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19150" y="4572000"/>
            <a:ext cx="34480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err="1" smtClean="0"/>
              <a:t>vSTB</a:t>
            </a:r>
            <a:r>
              <a:rPr lang="en-US" u="sng" dirty="0" smtClean="0"/>
              <a:t> Tester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Provides </a:t>
            </a:r>
            <a:r>
              <a:rPr lang="en-US" dirty="0" err="1" smtClean="0"/>
              <a:t>vAPMAX</a:t>
            </a:r>
            <a:r>
              <a:rPr lang="en-US" dirty="0" smtClean="0"/>
              <a:t> intuitive interface to test environment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Provides Game Server a flexible tool to view deployed objects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876800" y="4572000"/>
            <a:ext cx="4114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err="1" smtClean="0"/>
              <a:t>vSTB</a:t>
            </a:r>
            <a:r>
              <a:rPr lang="en-US" u="sng" dirty="0" smtClean="0"/>
              <a:t> Multiplayer Environment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Reduces current load on STB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/>
              <a:t>Framework provides foundation to add future features to meet demand of end user and technology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190625"/>
            <a:ext cx="7800975" cy="3228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60071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Current STB Game Architecture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990600"/>
            <a:ext cx="5165725" cy="5675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2057400" y="5791200"/>
            <a:ext cx="5029200" cy="990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86600" y="3429000"/>
            <a:ext cx="1752600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/>
              <a:t>vSTB</a:t>
            </a:r>
            <a:r>
              <a:rPr lang="en-US" dirty="0" smtClean="0"/>
              <a:t> removes current load to be stored on Game Server</a:t>
            </a:r>
            <a:endParaRPr lang="en-US" dirty="0"/>
          </a:p>
        </p:txBody>
      </p:sp>
      <p:cxnSp>
        <p:nvCxnSpPr>
          <p:cNvPr id="9" name="Straight Arrow Connector 8"/>
          <p:cNvCxnSpPr>
            <a:stCxn id="7" idx="2"/>
          </p:cNvCxnSpPr>
          <p:nvPr/>
        </p:nvCxnSpPr>
        <p:spPr>
          <a:xfrm flipH="1">
            <a:off x="7086600" y="4629329"/>
            <a:ext cx="876300" cy="116187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4670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vSTB</a:t>
            </a:r>
            <a:r>
              <a:rPr lang="en-US" dirty="0" smtClean="0"/>
              <a:t> Direction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Stabilize communication layer</a:t>
            </a:r>
          </a:p>
          <a:p>
            <a:r>
              <a:rPr lang="en-US" dirty="0" smtClean="0"/>
              <a:t>Redesign game architecture to exist </a:t>
            </a:r>
            <a:r>
              <a:rPr lang="en-US" smtClean="0"/>
              <a:t>with new live </a:t>
            </a:r>
            <a:r>
              <a:rPr lang="en-US" dirty="0" smtClean="0"/>
              <a:t>multiplayer environment</a:t>
            </a:r>
          </a:p>
          <a:p>
            <a:r>
              <a:rPr lang="en-US" dirty="0" smtClean="0"/>
              <a:t>Increased development time of live environment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998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vAPMax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through system messaging </a:t>
            </a:r>
            <a:r>
              <a:rPr lang="en-US" dirty="0" smtClean="0"/>
              <a:t>system</a:t>
            </a:r>
            <a:endParaRPr lang="en-US" dirty="0" smtClean="0"/>
          </a:p>
          <a:p>
            <a:pPr lvl="1"/>
            <a:r>
              <a:rPr lang="en-US" dirty="0" smtClean="0"/>
              <a:t>STB</a:t>
            </a:r>
          </a:p>
          <a:p>
            <a:pPr lvl="1"/>
            <a:r>
              <a:rPr lang="en-US" dirty="0" smtClean="0"/>
              <a:t>Game Server</a:t>
            </a:r>
          </a:p>
          <a:p>
            <a:r>
              <a:rPr lang="en-US" dirty="0" smtClean="0"/>
              <a:t>Performs quick formatting</a:t>
            </a:r>
            <a:endParaRPr lang="en-US" dirty="0" smtClean="0"/>
          </a:p>
          <a:p>
            <a:r>
              <a:rPr lang="en-US" dirty="0" smtClean="0"/>
              <a:t>Important part of sandbox environment</a:t>
            </a:r>
          </a:p>
          <a:p>
            <a:r>
              <a:rPr lang="en-US" dirty="0" smtClean="0"/>
              <a:t>Allows q</a:t>
            </a:r>
            <a:r>
              <a:rPr lang="en-US" dirty="0" smtClean="0"/>
              <a:t>uicker development</a:t>
            </a:r>
          </a:p>
        </p:txBody>
      </p:sp>
    </p:spTree>
    <p:extLst>
      <p:ext uri="{BB962C8B-B14F-4D97-AF65-F5344CB8AC3E}">
        <p14:creationId xmlns:p14="http://schemas.microsoft.com/office/powerpoint/2010/main" val="3063388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vAPMax Dataflow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1363426"/>
            <a:ext cx="4267200" cy="5184680"/>
          </a:xfrm>
        </p:spPr>
      </p:pic>
    </p:spTree>
    <p:extLst>
      <p:ext uri="{BB962C8B-B14F-4D97-AF65-F5344CB8AC3E}">
        <p14:creationId xmlns:p14="http://schemas.microsoft.com/office/powerpoint/2010/main" val="4056671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Game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Will manage game resources/instances/stats</a:t>
            </a:r>
          </a:p>
          <a:p>
            <a:r>
              <a:rPr lang="en-US" dirty="0" smtClean="0"/>
              <a:t>Right now: Manages communication</a:t>
            </a:r>
            <a:endParaRPr lang="en-US" dirty="0"/>
          </a:p>
        </p:txBody>
      </p:sp>
      <p:grpSp>
        <p:nvGrpSpPr>
          <p:cNvPr id="50" name="Group 49"/>
          <p:cNvGrpSpPr/>
          <p:nvPr/>
        </p:nvGrpSpPr>
        <p:grpSpPr>
          <a:xfrm>
            <a:off x="990600" y="2895600"/>
            <a:ext cx="7086600" cy="3581400"/>
            <a:chOff x="381000" y="2393795"/>
            <a:chExt cx="7086600" cy="3581400"/>
          </a:xfrm>
        </p:grpSpPr>
        <p:sp>
          <p:nvSpPr>
            <p:cNvPr id="4" name="Rectangle 3"/>
            <p:cNvSpPr/>
            <p:nvPr/>
          </p:nvSpPr>
          <p:spPr>
            <a:xfrm>
              <a:off x="1447800" y="2393795"/>
              <a:ext cx="6019800" cy="3581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200" y="2689464"/>
              <a:ext cx="1981200" cy="1905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4572000" y="2683727"/>
              <a:ext cx="2362200" cy="1905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81200" y="4800600"/>
              <a:ext cx="1981200" cy="10668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133600" y="2667000"/>
              <a:ext cx="1752600" cy="1785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Communication Handler</a:t>
              </a:r>
            </a:p>
            <a:p>
              <a:pPr algn="ctr"/>
              <a:endParaRPr lang="en-US" dirty="0" smtClean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Receive message</a:t>
              </a:r>
            </a:p>
            <a:p>
              <a:pPr marL="285750" indent="-285750">
                <a:buFont typeface="Arial" pitchFamily="34" charset="0"/>
                <a:buChar char="•"/>
              </a:pPr>
              <a:endParaRPr lang="en-US" sz="1400" dirty="0" smtClean="0"/>
            </a:p>
            <a:p>
              <a:endParaRPr lang="en-US" sz="1400" dirty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Send response</a:t>
              </a:r>
              <a:endParaRPr lang="en-US" sz="14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724400" y="2743200"/>
              <a:ext cx="2209800" cy="16619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Data Handler</a:t>
              </a:r>
            </a:p>
            <a:p>
              <a:endParaRPr lang="en-US" sz="1400" dirty="0"/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Process message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Decrypt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Read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Prepare response</a:t>
              </a:r>
            </a:p>
            <a:p>
              <a:pPr marL="742950" lvl="1" indent="-285750">
                <a:buFont typeface="Arial" pitchFamily="34" charset="0"/>
                <a:buChar char="•"/>
              </a:pPr>
              <a:r>
                <a:rPr lang="en-US" sz="1400" dirty="0" smtClean="0"/>
                <a:t>Encrypt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33600" y="4800600"/>
              <a:ext cx="16002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smtClean="0"/>
                <a:t>UI Buttons</a:t>
              </a:r>
            </a:p>
            <a:p>
              <a:pPr marL="285750" indent="-285750">
                <a:buFont typeface="Arial" pitchFamily="34" charset="0"/>
                <a:buChar char="•"/>
              </a:pPr>
              <a:r>
                <a:rPr lang="en-US" sz="1400" dirty="0" smtClean="0"/>
                <a:t>Send custom, hardcoded messages</a:t>
              </a:r>
              <a:endParaRPr lang="en-US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800600" y="5117068"/>
              <a:ext cx="2286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/>
                <a:t>Gamer Server</a:t>
              </a:r>
              <a:endParaRPr lang="en-US" dirty="0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V="1">
              <a:off x="3810000" y="3429000"/>
              <a:ext cx="921834" cy="207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 flipH="1">
              <a:off x="3733800" y="4267200"/>
              <a:ext cx="1143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/>
            <p:cNvSpPr/>
            <p:nvPr/>
          </p:nvSpPr>
          <p:spPr>
            <a:xfrm>
              <a:off x="762000" y="3361139"/>
              <a:ext cx="990600" cy="3947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TCP In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1600200" y="3558492"/>
              <a:ext cx="533400" cy="8347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762000" y="4558293"/>
              <a:ext cx="990600" cy="39470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</a:rPr>
                <a:t>TCP Out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 flipH="1">
              <a:off x="1676400" y="4343400"/>
              <a:ext cx="457200" cy="3048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/>
            <p:nvPr/>
          </p:nvCxnSpPr>
          <p:spPr>
            <a:xfrm flipH="1" flipV="1">
              <a:off x="1676400" y="4876800"/>
              <a:ext cx="457200" cy="3048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/>
            <p:nvPr/>
          </p:nvCxnSpPr>
          <p:spPr>
            <a:xfrm>
              <a:off x="381000" y="3559745"/>
              <a:ext cx="5334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/>
            <p:nvPr/>
          </p:nvCxnSpPr>
          <p:spPr>
            <a:xfrm flipH="1">
              <a:off x="381000" y="4755646"/>
              <a:ext cx="4572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347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HERE WE GGOOOOOOO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723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Backlog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5486400"/>
          </a:xfrm>
        </p:spPr>
        <p:txBody>
          <a:bodyPr>
            <a:noAutofit/>
          </a:bodyPr>
          <a:lstStyle/>
          <a:p>
            <a:r>
              <a:rPr lang="en-US" sz="1200" b="1" dirty="0" err="1" smtClean="0"/>
              <a:t>vSTB</a:t>
            </a:r>
            <a:endParaRPr lang="en-US" sz="1200" b="1" dirty="0"/>
          </a:p>
          <a:p>
            <a:pPr lvl="1"/>
            <a:r>
              <a:rPr lang="en-US" sz="1200" dirty="0"/>
              <a:t>Research </a:t>
            </a:r>
            <a:r>
              <a:rPr lang="en-US" sz="1200" dirty="0" err="1"/>
              <a:t>Qt</a:t>
            </a:r>
            <a:r>
              <a:rPr lang="en-US" sz="1200" dirty="0"/>
              <a:t> Unit Testing</a:t>
            </a:r>
          </a:p>
          <a:p>
            <a:pPr lvl="1"/>
            <a:r>
              <a:rPr lang="en-US" sz="1200" dirty="0" smtClean="0"/>
              <a:t>Create </a:t>
            </a:r>
            <a:r>
              <a:rPr lang="en-US" sz="1200" dirty="0"/>
              <a:t>Checkers game as a proof </a:t>
            </a:r>
            <a:r>
              <a:rPr lang="en-US" sz="1200" dirty="0" smtClean="0"/>
              <a:t>of concept</a:t>
            </a:r>
          </a:p>
          <a:p>
            <a:pPr lvl="1"/>
            <a:r>
              <a:rPr lang="en-US" sz="1200" dirty="0" smtClean="0"/>
              <a:t>Prove </a:t>
            </a:r>
            <a:r>
              <a:rPr lang="en-US" sz="1200" dirty="0"/>
              <a:t>out and implement </a:t>
            </a:r>
            <a:r>
              <a:rPr lang="en-US" sz="1200" dirty="0" err="1" smtClean="0"/>
              <a:t>QUiLoader</a:t>
            </a:r>
            <a:endParaRPr lang="en-US" sz="1200" dirty="0"/>
          </a:p>
          <a:p>
            <a:pPr lvl="1"/>
            <a:r>
              <a:rPr lang="en-US" sz="1200" dirty="0" smtClean="0"/>
              <a:t>Research </a:t>
            </a:r>
            <a:r>
              <a:rPr lang="en-US" sz="1200" dirty="0"/>
              <a:t>Dynamic </a:t>
            </a:r>
            <a:r>
              <a:rPr lang="en-US" sz="1200" dirty="0" smtClean="0"/>
              <a:t>UI</a:t>
            </a:r>
          </a:p>
          <a:p>
            <a:pPr lvl="1"/>
            <a:r>
              <a:rPr lang="en-US" sz="1200" dirty="0" smtClean="0"/>
              <a:t>Refactor </a:t>
            </a:r>
            <a:r>
              <a:rPr lang="en-US" sz="1200" dirty="0"/>
              <a:t>existing STB game </a:t>
            </a:r>
            <a:r>
              <a:rPr lang="en-US" sz="1200" dirty="0" smtClean="0"/>
              <a:t>view/model </a:t>
            </a:r>
            <a:r>
              <a:rPr lang="en-US" sz="1200" dirty="0"/>
              <a:t>architecture to meet STBMF </a:t>
            </a:r>
            <a:r>
              <a:rPr lang="en-US" sz="1200" dirty="0" smtClean="0"/>
              <a:t>requirements</a:t>
            </a:r>
          </a:p>
          <a:p>
            <a:pPr lvl="1"/>
            <a:r>
              <a:rPr lang="en-US" sz="1200" dirty="0" smtClean="0"/>
              <a:t>Create </a:t>
            </a:r>
            <a:r>
              <a:rPr lang="en-US" sz="1200" dirty="0"/>
              <a:t>Memory game as a proof of </a:t>
            </a:r>
            <a:r>
              <a:rPr lang="en-US" sz="1200" dirty="0" smtClean="0"/>
              <a:t>concept</a:t>
            </a:r>
          </a:p>
          <a:p>
            <a:r>
              <a:rPr lang="en-US" sz="1200" b="1" dirty="0" err="1" smtClean="0"/>
              <a:t>vAPMAX</a:t>
            </a:r>
            <a:endParaRPr lang="en-US" sz="1200" b="1" dirty="0"/>
          </a:p>
          <a:p>
            <a:pPr lvl="1"/>
            <a:r>
              <a:rPr lang="en-US" sz="1200" dirty="0" smtClean="0"/>
              <a:t>Integrate </a:t>
            </a:r>
            <a:r>
              <a:rPr lang="en-US" sz="1200" dirty="0"/>
              <a:t>Logger into project and </a:t>
            </a:r>
            <a:r>
              <a:rPr lang="en-US" sz="1200" dirty="0" smtClean="0"/>
              <a:t>provide basic </a:t>
            </a:r>
            <a:r>
              <a:rPr lang="en-US" sz="1200" dirty="0"/>
              <a:t>command line usage to view</a:t>
            </a:r>
            <a:r>
              <a:rPr lang="en-US" sz="1200" dirty="0" smtClean="0"/>
              <a:t>.</a:t>
            </a:r>
          </a:p>
          <a:p>
            <a:pPr lvl="1"/>
            <a:r>
              <a:rPr lang="en-US" sz="1200" dirty="0" smtClean="0"/>
              <a:t>Unit Testing</a:t>
            </a:r>
          </a:p>
          <a:p>
            <a:pPr lvl="1"/>
            <a:r>
              <a:rPr lang="en-US" sz="1200" dirty="0"/>
              <a:t>U</a:t>
            </a:r>
            <a:r>
              <a:rPr lang="en-US" sz="1200" dirty="0" smtClean="0"/>
              <a:t>pdate </a:t>
            </a:r>
            <a:r>
              <a:rPr lang="en-US" sz="1200" dirty="0"/>
              <a:t>Reactive Extension package to </a:t>
            </a:r>
            <a:r>
              <a:rPr lang="en-US" sz="1200" dirty="0" smtClean="0"/>
              <a:t>latest</a:t>
            </a:r>
            <a:endParaRPr lang="en-US" sz="1200" dirty="0"/>
          </a:p>
          <a:p>
            <a:r>
              <a:rPr lang="en-US" sz="1200" b="1" dirty="0" smtClean="0"/>
              <a:t>Game Server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Plugin </a:t>
            </a:r>
            <a:r>
              <a:rPr lang="en-US" sz="1200" dirty="0" smtClean="0"/>
              <a:t>Interface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</a:t>
            </a:r>
            <a:r>
              <a:rPr lang="en-US" sz="1200" dirty="0" smtClean="0"/>
              <a:t>Database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UI - Stats, </a:t>
            </a:r>
            <a:r>
              <a:rPr lang="en-US" sz="1200" dirty="0" smtClean="0"/>
              <a:t>Import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Future - server components, </a:t>
            </a:r>
            <a:r>
              <a:rPr lang="en-US" sz="1200" dirty="0" smtClean="0"/>
              <a:t>database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Design: game interface - loading </a:t>
            </a:r>
            <a:r>
              <a:rPr lang="en-US" sz="1200" dirty="0" smtClean="0"/>
              <a:t>game, playing game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Unit </a:t>
            </a:r>
            <a:r>
              <a:rPr lang="en-US" sz="1200" dirty="0" smtClean="0"/>
              <a:t>Test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Build template </a:t>
            </a:r>
            <a:r>
              <a:rPr lang="en-US" sz="1200" dirty="0" smtClean="0"/>
              <a:t>GUI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Server operating </a:t>
            </a:r>
            <a:r>
              <a:rPr lang="en-US" sz="1200" dirty="0" smtClean="0"/>
              <a:t>systems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</a:t>
            </a:r>
            <a:r>
              <a:rPr lang="en-US" sz="1200" dirty="0" smtClean="0"/>
              <a:t>Security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Convert to a </a:t>
            </a:r>
            <a:r>
              <a:rPr lang="en-US" sz="1200" dirty="0" smtClean="0"/>
              <a:t>service</a:t>
            </a:r>
          </a:p>
          <a:p>
            <a:pPr lvl="1"/>
            <a:r>
              <a:rPr lang="en-US" sz="1200" dirty="0" smtClean="0"/>
              <a:t>Server</a:t>
            </a:r>
            <a:r>
              <a:rPr lang="en-US" sz="1200" dirty="0"/>
              <a:t>: Research attaching a GUI to a </a:t>
            </a:r>
            <a:r>
              <a:rPr lang="en-US" sz="1200" dirty="0" smtClean="0"/>
              <a:t>service using </a:t>
            </a:r>
            <a:r>
              <a:rPr lang="en-US" sz="1200" dirty="0"/>
              <a:t>C</a:t>
            </a:r>
            <a:r>
              <a:rPr lang="en-US" sz="1200" dirty="0" smtClean="0"/>
              <a:t>#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05795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516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506</Words>
  <Application>Microsoft Office PowerPoint</Application>
  <PresentationFormat>On-screen Show (4:3)</PresentationFormat>
  <Paragraphs>138</Paragraphs>
  <Slides>16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Set Top Box Multiplayer Framework</vt:lpstr>
      <vt:lpstr>Client</vt:lpstr>
      <vt:lpstr>Project</vt:lpstr>
      <vt:lpstr>Sprint Review</vt:lpstr>
      <vt:lpstr>System Design</vt:lpstr>
      <vt:lpstr>Prototypes</vt:lpstr>
      <vt:lpstr>vSTB</vt:lpstr>
      <vt:lpstr>vSTB Design</vt:lpstr>
      <vt:lpstr>Current STB Game Architecture</vt:lpstr>
      <vt:lpstr>vSTB Direction</vt:lpstr>
      <vt:lpstr>vAPMax</vt:lpstr>
      <vt:lpstr>vAPMax Dataflow</vt:lpstr>
      <vt:lpstr>Game Server</vt:lpstr>
      <vt:lpstr>Demo</vt:lpstr>
      <vt:lpstr>Product Backlog</vt:lpstr>
      <vt:lpstr>Questions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Marshall Gaucher</dc:creator>
  <cp:lastModifiedBy>David Jarman</cp:lastModifiedBy>
  <cp:revision>63</cp:revision>
  <dcterms:created xsi:type="dcterms:W3CDTF">2012-12-03T23:41:35Z</dcterms:created>
  <dcterms:modified xsi:type="dcterms:W3CDTF">2012-12-06T15:04:23Z</dcterms:modified>
</cp:coreProperties>
</file>