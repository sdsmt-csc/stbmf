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824" autoAdjust="0"/>
  </p:normalViewPr>
  <p:slideViewPr>
    <p:cSldViewPr>
      <p:cViewPr varScale="1">
        <p:scale>
          <a:sx n="95" d="100"/>
          <a:sy n="95" d="100"/>
        </p:scale>
        <p:origin x="-2094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F38D5B-B206-4737-9570-7FBBB5995FA1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6A66E6-748B-4B4D-BA5F-4F430FA7B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15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57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(1 minute)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926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(1 minute)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67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itchFamily="34" charset="0"/>
              <a:buNone/>
            </a:pPr>
            <a:r>
              <a:rPr lang="en-US" dirty="0" smtClean="0"/>
              <a:t>(6 minutes)</a:t>
            </a:r>
          </a:p>
          <a:p>
            <a:pPr marL="0" indent="0">
              <a:buFont typeface="Arial" pitchFamily="34" charset="0"/>
              <a:buNone/>
            </a:pPr>
            <a:r>
              <a:rPr lang="en-US" dirty="0" smtClean="0"/>
              <a:t>Fall semester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dirty="0" smtClean="0"/>
              <a:t>Collected user stories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dirty="0" smtClean="0"/>
              <a:t>Clarified</a:t>
            </a:r>
            <a:r>
              <a:rPr lang="en-US" baseline="0" dirty="0" smtClean="0"/>
              <a:t> our own vision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Switched to sand box environment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Designed protocols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Extended Innovative’s proprietary CommandLink protocols to include client side message initiation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Revised several times to meet changing requirements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Still being revised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Researched tools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dirty="0" smtClean="0"/>
              <a:t>Ran</a:t>
            </a:r>
            <a:r>
              <a:rPr lang="en-US" baseline="0" dirty="0" smtClean="0"/>
              <a:t> code experiments to determine what tools to use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smtClean="0"/>
              <a:t>Reactive Extensions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smtClean="0"/>
              <a:t>LINQ to Entities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dirty="0" smtClean="0"/>
              <a:t>Protocol Buffers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dirty="0" err="1" smtClean="0"/>
              <a:t>Moq</a:t>
            </a:r>
            <a:endParaRPr lang="en-US" dirty="0" smtClean="0"/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QUiLoader</a:t>
            </a:r>
            <a:endParaRPr lang="en-US" baseline="0" dirty="0" smtClean="0"/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QTestLib</a:t>
            </a:r>
            <a:r>
              <a:rPr lang="en-US" baseline="0" dirty="0" smtClean="0"/>
              <a:t> </a:t>
            </a:r>
            <a:r>
              <a:rPr lang="en-US" baseline="0" dirty="0" err="1" smtClean="0"/>
              <a:t>vs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QTest</a:t>
            </a:r>
            <a:endParaRPr lang="en-US" baseline="0" dirty="0" smtClean="0"/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Researched and modified pre existing internal tools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BinSerializerLib</a:t>
            </a:r>
            <a:endParaRPr lang="en-US" baseline="0" dirty="0" smtClean="0"/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CommandLinkLib</a:t>
            </a:r>
            <a:endParaRPr lang="en-US" baseline="0" dirty="0" smtClean="0"/>
          </a:p>
          <a:p>
            <a:pPr marL="1085850" lvl="2" indent="-171450">
              <a:buFont typeface="Arial" pitchFamily="34" charset="0"/>
              <a:buChar char="•"/>
            </a:pPr>
            <a:endParaRPr lang="en-US" baseline="0" dirty="0" smtClean="0"/>
          </a:p>
          <a:p>
            <a:pPr marL="0" lvl="0" indent="0">
              <a:buFont typeface="Arial" pitchFamily="34" charset="0"/>
              <a:buNone/>
            </a:pPr>
            <a:r>
              <a:rPr lang="en-US" baseline="0" dirty="0" smtClean="0"/>
              <a:t>Sprint 4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Designed server architecture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Created the bare bones structure and begin filling in the pieces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Designed </a:t>
            </a:r>
            <a:r>
              <a:rPr lang="en-US" baseline="0" dirty="0" err="1" smtClean="0"/>
              <a:t>vSTB</a:t>
            </a:r>
            <a:r>
              <a:rPr lang="en-US" baseline="0" dirty="0" smtClean="0"/>
              <a:t> layout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Stubbed out communication methods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Focused on UI layout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Create demo to show client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Sent a message from the server to the client and displayed the contents</a:t>
            </a:r>
          </a:p>
          <a:p>
            <a:pPr marL="0" lvl="0" indent="0">
              <a:buFont typeface="Arial" pitchFamily="34" charset="0"/>
              <a:buNone/>
            </a:pPr>
            <a:endParaRPr lang="en-US" baseline="0" dirty="0" smtClean="0"/>
          </a:p>
          <a:p>
            <a:pPr marL="0" lvl="0" indent="0">
              <a:buFont typeface="Arial" pitchFamily="34" charset="0"/>
              <a:buNone/>
            </a:pPr>
            <a:r>
              <a:rPr lang="en-US" baseline="0" dirty="0" smtClean="0"/>
              <a:t>Sprint 5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Implemented server and began unit testing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Refactoring was necessary to make code more unit testable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Created checkers logic and AI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Wrote checkers logic using the framework we had setup for creating games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Wrote checkers AI using the same framework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100% unit testable code coverage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Refactored </a:t>
            </a:r>
            <a:r>
              <a:rPr lang="en-US" baseline="0" dirty="0" err="1" smtClean="0"/>
              <a:t>vSTB</a:t>
            </a:r>
            <a:endParaRPr lang="en-US" baseline="0" dirty="0" smtClean="0"/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Needed some organization reworking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Made code more modular and unit testable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538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(1-4 minutes)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947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Set Top Box 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lvl="0">
              <a:buClr>
                <a:srgbClr val="2DA2BF"/>
              </a:buClr>
            </a:pPr>
            <a:r>
              <a:rPr lang="en-US" dirty="0">
                <a:solidFill>
                  <a:srgbClr val="464646"/>
                </a:solidFill>
              </a:rPr>
              <a:t>Team: Plugged-In</a:t>
            </a:r>
          </a:p>
          <a:p>
            <a:pPr lvl="0">
              <a:buClr>
                <a:srgbClr val="2DA2BF"/>
              </a:buClr>
            </a:pPr>
            <a:r>
              <a:rPr lang="en-US" sz="2000" dirty="0">
                <a:solidFill>
                  <a:srgbClr val="464646"/>
                </a:solidFill>
              </a:rPr>
              <a:t>Marshall Gaucher, David Jarman, Kevin Worner</a:t>
            </a:r>
          </a:p>
          <a:p>
            <a:pPr lvl="0">
              <a:buClr>
                <a:srgbClr val="2DA2BF"/>
              </a:buClr>
            </a:pPr>
            <a:r>
              <a:rPr lang="en-US" sz="2000" dirty="0">
                <a:solidFill>
                  <a:srgbClr val="464646"/>
                </a:solidFill>
              </a:rPr>
              <a:t>Sponsored by: Innovative Systems, L.L.C</a:t>
            </a:r>
          </a:p>
        </p:txBody>
      </p:sp>
    </p:spTree>
    <p:extLst>
      <p:ext uri="{BB962C8B-B14F-4D97-AF65-F5344CB8AC3E}">
        <p14:creationId xmlns:p14="http://schemas.microsoft.com/office/powerpoint/2010/main" val="281283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525963"/>
          </a:xfrm>
        </p:spPr>
        <p:txBody>
          <a:bodyPr>
            <a:normAutofit/>
          </a:bodyPr>
          <a:lstStyle/>
          <a:p>
            <a:r>
              <a:rPr lang="en-US" sz="2800" dirty="0" smtClean="0"/>
              <a:t>Innovative Systems</a:t>
            </a:r>
          </a:p>
          <a:p>
            <a:pPr lvl="1"/>
            <a:r>
              <a:rPr lang="en-US" sz="2400" dirty="0"/>
              <a:t>P</a:t>
            </a:r>
            <a:r>
              <a:rPr lang="en-US" sz="2400" dirty="0" smtClean="0"/>
              <a:t>rovides integrated solutions for the independent telecommunications industry.</a:t>
            </a:r>
          </a:p>
          <a:p>
            <a:r>
              <a:rPr lang="en-US" sz="2800" dirty="0" smtClean="0"/>
              <a:t>APMAX</a:t>
            </a:r>
          </a:p>
          <a:p>
            <a:pPr lvl="1"/>
            <a:r>
              <a:rPr lang="en-US" sz="2400" dirty="0"/>
              <a:t>Application </a:t>
            </a:r>
            <a:r>
              <a:rPr lang="en-US" sz="2400" dirty="0" smtClean="0"/>
              <a:t>Server providing services such as:</a:t>
            </a:r>
          </a:p>
          <a:p>
            <a:pPr lvl="2"/>
            <a:r>
              <a:rPr lang="en-US" sz="2000" dirty="0" smtClean="0"/>
              <a:t>IPTV Video Solutions</a:t>
            </a:r>
          </a:p>
          <a:p>
            <a:pPr lvl="2"/>
            <a:r>
              <a:rPr lang="en-US" sz="2000" dirty="0" smtClean="0"/>
              <a:t>Unified Messaging</a:t>
            </a:r>
          </a:p>
          <a:p>
            <a:pPr lvl="2"/>
            <a:r>
              <a:rPr lang="en-US" sz="2000" dirty="0" smtClean="0"/>
              <a:t>Single Number Service</a:t>
            </a:r>
          </a:p>
          <a:p>
            <a:r>
              <a:rPr lang="en-US" sz="2600" dirty="0" smtClean="0"/>
              <a:t>STB</a:t>
            </a:r>
          </a:p>
          <a:p>
            <a:pPr lvl="1"/>
            <a:r>
              <a:rPr lang="en-US" sz="2400" dirty="0" smtClean="0"/>
              <a:t>Set-top-box providing television and integrated telephony applications</a:t>
            </a:r>
            <a:endParaRPr lang="en-US" sz="2400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 smtClean="0"/>
              <a:t>Client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789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Modify the existing STB architecture to allow multiplayer games to be played</a:t>
            </a:r>
          </a:p>
          <a:p>
            <a:r>
              <a:rPr lang="en-US" dirty="0" smtClean="0"/>
              <a:t>Create a server to host game plugins and communication between clients</a:t>
            </a:r>
          </a:p>
          <a:p>
            <a:r>
              <a:rPr lang="en-US" dirty="0" smtClean="0"/>
              <a:t>Write a set of protocols that allow a generalized subset of games to be played </a:t>
            </a:r>
          </a:p>
          <a:p>
            <a:pPr lvl="1"/>
            <a:r>
              <a:rPr lang="en-US" i="1" dirty="0" smtClean="0"/>
              <a:t>i.e. board games, card games, etc…</a:t>
            </a:r>
          </a:p>
          <a:p>
            <a:r>
              <a:rPr lang="en-US" dirty="0" smtClean="0"/>
              <a:t>Implement a temporary pass-through messaging middle layer to simulate and extend the current in place system.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843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Fall semester</a:t>
            </a:r>
            <a:endParaRPr lang="en-US" dirty="0"/>
          </a:p>
          <a:p>
            <a:pPr lvl="1"/>
            <a:r>
              <a:rPr lang="en-US" dirty="0" smtClean="0"/>
              <a:t>Collected user stories</a:t>
            </a:r>
          </a:p>
          <a:p>
            <a:pPr lvl="1"/>
            <a:r>
              <a:rPr lang="en-US" dirty="0" smtClean="0"/>
              <a:t>Designed protocols</a:t>
            </a:r>
          </a:p>
          <a:p>
            <a:pPr lvl="1"/>
            <a:r>
              <a:rPr lang="en-US" dirty="0" smtClean="0"/>
              <a:t>Researched tools</a:t>
            </a:r>
          </a:p>
          <a:p>
            <a:r>
              <a:rPr lang="en-US" dirty="0" smtClean="0"/>
              <a:t>Sprint 4</a:t>
            </a:r>
          </a:p>
          <a:p>
            <a:pPr lvl="1"/>
            <a:r>
              <a:rPr lang="en-US" dirty="0" smtClean="0"/>
              <a:t>Designed server architecture</a:t>
            </a:r>
          </a:p>
          <a:p>
            <a:pPr lvl="1"/>
            <a:r>
              <a:rPr lang="en-US" dirty="0" smtClean="0"/>
              <a:t>Designed </a:t>
            </a:r>
            <a:r>
              <a:rPr lang="en-US" dirty="0" err="1" smtClean="0"/>
              <a:t>vSTB</a:t>
            </a:r>
            <a:r>
              <a:rPr lang="en-US" dirty="0" smtClean="0"/>
              <a:t> layout</a:t>
            </a:r>
          </a:p>
          <a:p>
            <a:pPr lvl="1"/>
            <a:r>
              <a:rPr lang="en-US" dirty="0" smtClean="0"/>
              <a:t>Created demo to show client</a:t>
            </a:r>
          </a:p>
          <a:p>
            <a:r>
              <a:rPr lang="en-US" dirty="0" smtClean="0"/>
              <a:t>Sprint 5</a:t>
            </a:r>
          </a:p>
          <a:p>
            <a:pPr lvl="1"/>
            <a:r>
              <a:rPr lang="en-US" dirty="0" smtClean="0"/>
              <a:t>Implemented server and began unit testing</a:t>
            </a:r>
          </a:p>
          <a:p>
            <a:pPr lvl="1"/>
            <a:r>
              <a:rPr lang="en-US" dirty="0" smtClean="0"/>
              <a:t>Created checkers logic and AI</a:t>
            </a:r>
          </a:p>
          <a:p>
            <a:pPr lvl="1"/>
            <a:r>
              <a:rPr lang="en-US" dirty="0" smtClean="0"/>
              <a:t>Refactored </a:t>
            </a:r>
            <a:r>
              <a:rPr lang="en-US" dirty="0" err="1" smtClean="0"/>
              <a:t>vSTB</a:t>
            </a:r>
            <a:endParaRPr lang="en-US" dirty="0" smtClean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Previous Sprints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714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Server/vAPMax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871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stb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839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Human vs. Human</a:t>
            </a:r>
          </a:p>
          <a:p>
            <a:pPr lvl="1"/>
            <a:r>
              <a:rPr lang="en-US" dirty="0" smtClean="0"/>
              <a:t>Validate move</a:t>
            </a:r>
          </a:p>
          <a:p>
            <a:pPr lvl="1"/>
            <a:r>
              <a:rPr lang="en-US" dirty="0" smtClean="0"/>
              <a:t>Return updated game</a:t>
            </a:r>
          </a:p>
          <a:p>
            <a:r>
              <a:rPr lang="en-US" dirty="0" smtClean="0"/>
              <a:t>Human vs. AI</a:t>
            </a:r>
          </a:p>
          <a:p>
            <a:pPr lvl="1"/>
            <a:r>
              <a:rPr lang="en-US" dirty="0" smtClean="0"/>
              <a:t>Using </a:t>
            </a:r>
            <a:r>
              <a:rPr lang="en-US" dirty="0" err="1" smtClean="0"/>
              <a:t>MiniMax</a:t>
            </a:r>
            <a:endParaRPr lang="en-US" dirty="0" smtClean="0"/>
          </a:p>
          <a:p>
            <a:pPr lvl="1"/>
            <a:r>
              <a:rPr lang="en-US" dirty="0" smtClean="0"/>
              <a:t>4 move look-ahead (2 ply)</a:t>
            </a:r>
          </a:p>
          <a:p>
            <a:r>
              <a:rPr lang="en-US" dirty="0" smtClean="0"/>
              <a:t>Improvements to AI</a:t>
            </a:r>
          </a:p>
          <a:p>
            <a:pPr lvl="1"/>
            <a:r>
              <a:rPr lang="en-US" dirty="0" smtClean="0"/>
              <a:t>Alpha-Beta Pruning</a:t>
            </a:r>
          </a:p>
          <a:p>
            <a:pPr lvl="2"/>
            <a:r>
              <a:rPr lang="en-US" dirty="0" smtClean="0"/>
              <a:t>Allow larger look-ahead</a:t>
            </a:r>
          </a:p>
          <a:p>
            <a:pPr lvl="1"/>
            <a:r>
              <a:rPr lang="en-US" dirty="0" smtClean="0"/>
              <a:t>AI specific move validation</a:t>
            </a:r>
          </a:p>
          <a:p>
            <a:pPr lvl="2"/>
            <a:r>
              <a:rPr lang="en-US" dirty="0" smtClean="0"/>
              <a:t>Existing validation proving too bulky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407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240</TotalTime>
  <Words>402</Words>
  <Application>Microsoft Office PowerPoint</Application>
  <PresentationFormat>On-screen Show (4:3)</PresentationFormat>
  <Paragraphs>95</Paragraphs>
  <Slides>7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Concourse</vt:lpstr>
      <vt:lpstr>Set Top Box Multiplayer Framework</vt:lpstr>
      <vt:lpstr>Client</vt:lpstr>
      <vt:lpstr>Project Overview</vt:lpstr>
      <vt:lpstr>Previous Sprints</vt:lpstr>
      <vt:lpstr>Server/vAPMax</vt:lpstr>
      <vt:lpstr>stb</vt:lpstr>
      <vt:lpstr>Checkers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Jarman</dc:creator>
  <cp:lastModifiedBy>Kevin Worner</cp:lastModifiedBy>
  <cp:revision>39</cp:revision>
  <dcterms:created xsi:type="dcterms:W3CDTF">2013-03-17T21:29:45Z</dcterms:created>
  <dcterms:modified xsi:type="dcterms:W3CDTF">2013-03-20T17:47:40Z</dcterms:modified>
</cp:coreProperties>
</file>