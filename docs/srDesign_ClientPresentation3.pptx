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1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3E41CE0-EB9C-4B31-9749-09A6AB903B5A}" type="datetimeFigureOut">
              <a:rPr lang="en-US" smtClean="0"/>
              <a:t>3/17/2013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961E62A-5689-4EFB-AE30-BA263A4905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Set Top Box Multiplayer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>
              <a:buClr>
                <a:srgbClr val="2DA2BF"/>
              </a:buClr>
            </a:pPr>
            <a:r>
              <a:rPr lang="en-US" dirty="0">
                <a:solidFill>
                  <a:srgbClr val="464646"/>
                </a:solidFill>
              </a:rPr>
              <a:t>Team: Plugged-In</a:t>
            </a:r>
          </a:p>
          <a:p>
            <a:pPr lvl="0">
              <a:buClr>
                <a:srgbClr val="2DA2BF"/>
              </a:buClr>
            </a:pPr>
            <a:r>
              <a:rPr lang="en-US" sz="2000" dirty="0">
                <a:solidFill>
                  <a:srgbClr val="464646"/>
                </a:solidFill>
              </a:rPr>
              <a:t>Marshall Gaucher, David Jarman, Kevin Worner</a:t>
            </a:r>
          </a:p>
          <a:p>
            <a:pPr lvl="0">
              <a:buClr>
                <a:srgbClr val="2DA2BF"/>
              </a:buClr>
            </a:pPr>
            <a:r>
              <a:rPr lang="en-US" sz="2000" dirty="0">
                <a:solidFill>
                  <a:srgbClr val="464646"/>
                </a:solidFill>
              </a:rPr>
              <a:t>Sponsored by: Innovative Systems, L.L.C</a:t>
            </a:r>
            <a:endParaRPr lang="en-US" sz="2000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83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Innovative Systems</a:t>
            </a:r>
          </a:p>
          <a:p>
            <a:pPr lvl="1"/>
            <a:r>
              <a:rPr lang="en-US" sz="2400" dirty="0"/>
              <a:t>P</a:t>
            </a:r>
            <a:r>
              <a:rPr lang="en-US" sz="2400" dirty="0" smtClean="0"/>
              <a:t>rovides integrated solutions for the independent telecommunications industry.</a:t>
            </a:r>
          </a:p>
          <a:p>
            <a:r>
              <a:rPr lang="en-US" sz="2800" dirty="0" smtClean="0"/>
              <a:t>APMAX</a:t>
            </a:r>
            <a:endParaRPr lang="en-US" sz="2800" dirty="0" smtClean="0"/>
          </a:p>
          <a:p>
            <a:pPr lvl="1"/>
            <a:r>
              <a:rPr lang="en-US" sz="2400" dirty="0"/>
              <a:t>Application </a:t>
            </a:r>
            <a:r>
              <a:rPr lang="en-US" sz="2400" dirty="0" smtClean="0"/>
              <a:t>Server providing services such as:</a:t>
            </a:r>
          </a:p>
          <a:p>
            <a:pPr lvl="2"/>
            <a:r>
              <a:rPr lang="en-US" sz="2000" dirty="0" smtClean="0"/>
              <a:t>IPTV Video Solutions</a:t>
            </a:r>
          </a:p>
          <a:p>
            <a:pPr lvl="2"/>
            <a:r>
              <a:rPr lang="en-US" sz="2000" dirty="0" smtClean="0"/>
              <a:t>Unified Messaging</a:t>
            </a:r>
          </a:p>
          <a:p>
            <a:pPr lvl="2"/>
            <a:r>
              <a:rPr lang="en-US" sz="2000" dirty="0" smtClean="0"/>
              <a:t>Single Number Service</a:t>
            </a:r>
          </a:p>
          <a:p>
            <a:r>
              <a:rPr lang="en-US" sz="2600" dirty="0" smtClean="0"/>
              <a:t>STB</a:t>
            </a:r>
          </a:p>
          <a:p>
            <a:pPr lvl="1"/>
            <a:r>
              <a:rPr lang="en-US" sz="2400" dirty="0" smtClean="0"/>
              <a:t>Set-top-box providing television and integrated telephony applications</a:t>
            </a:r>
            <a:endParaRPr 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8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existing STB architecture to allow multiplayer games to be played</a:t>
            </a:r>
          </a:p>
          <a:p>
            <a:r>
              <a:rPr lang="en-US" dirty="0" smtClean="0"/>
              <a:t>Create a server to host the game logic and communication between clients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4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141</TotalTime>
  <Words>85</Words>
  <Application>Microsoft Office PowerPoint</Application>
  <PresentationFormat>On-screen Show (4:3)</PresentationFormat>
  <Paragraphs>17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Concourse</vt:lpstr>
      <vt:lpstr>Set Top Box Multiplayer Framework</vt:lpstr>
      <vt:lpstr>Client</vt:lpstr>
      <vt:lpstr>Project Overview</vt:lpstr>
    </vt:vector>
  </TitlesOfParts>
  <Company>Innovative Systems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Jarman</dc:creator>
  <cp:lastModifiedBy>David Jarman</cp:lastModifiedBy>
  <cp:revision>6</cp:revision>
  <dcterms:created xsi:type="dcterms:W3CDTF">2013-03-17T21:29:45Z</dcterms:created>
  <dcterms:modified xsi:type="dcterms:W3CDTF">2013-03-17T23:51:31Z</dcterms:modified>
</cp:coreProperties>
</file>