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16"/>
  </p:notesMasterIdLst>
  <p:sldIdLst>
    <p:sldId id="263" r:id="rId2"/>
    <p:sldId id="264" r:id="rId3"/>
    <p:sldId id="265" r:id="rId4"/>
    <p:sldId id="271" r:id="rId5"/>
    <p:sldId id="266" r:id="rId6"/>
    <p:sldId id="267" r:id="rId7"/>
    <p:sldId id="274" r:id="rId8"/>
    <p:sldId id="268" r:id="rId9"/>
    <p:sldId id="269" r:id="rId10"/>
    <p:sldId id="270" r:id="rId11"/>
    <p:sldId id="262" r:id="rId12"/>
    <p:sldId id="260" r:id="rId13"/>
    <p:sldId id="272" r:id="rId14"/>
    <p:sldId id="273" r:id="rId15"/>
  </p:sldIdLst>
  <p:sldSz cx="9144000" cy="6858000" type="screen4x3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70824" autoAdjust="0"/>
  </p:normalViewPr>
  <p:slideViewPr>
    <p:cSldViewPr>
      <p:cViewPr varScale="1">
        <p:scale>
          <a:sx n="94" d="100"/>
          <a:sy n="94" d="100"/>
        </p:scale>
        <p:origin x="-2124" y="-90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notesMaster" Target="notesMasters/notesMaster1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DF38D5B-B206-4737-9570-7FBBB5995FA1}" type="datetimeFigureOut">
              <a:rPr lang="en-US" smtClean="0"/>
              <a:t>3/20/2013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F6A66E6-748B-4B4D-BA5F-4F430FA7BBC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5015845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F6A66E6-748B-4B4D-BA5F-4F430FA7BBCF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1545771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smtClean="0"/>
              <a:t>(1 minute)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F6A66E6-748B-4B4D-BA5F-4F430FA7BBCF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28926144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smtClean="0"/>
              <a:t>(1 minute)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F6A66E6-748B-4B4D-BA5F-4F430FA7BBCF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95675036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Font typeface="Arial" pitchFamily="34" charset="0"/>
              <a:buNone/>
            </a:pPr>
            <a:r>
              <a:rPr lang="en-US" dirty="0" smtClean="0"/>
              <a:t>(2 minutes)</a:t>
            </a:r>
          </a:p>
          <a:p>
            <a:pPr marL="0" indent="0">
              <a:buFont typeface="Arial" pitchFamily="34" charset="0"/>
              <a:buNone/>
            </a:pPr>
            <a:r>
              <a:rPr lang="en-US" dirty="0" smtClean="0"/>
              <a:t>Last semester</a:t>
            </a:r>
          </a:p>
          <a:p>
            <a:pPr marL="171450" indent="-171450">
              <a:buFont typeface="Arial" pitchFamily="34" charset="0"/>
              <a:buChar char="•"/>
            </a:pPr>
            <a:r>
              <a:rPr lang="en-US" dirty="0" smtClean="0"/>
              <a:t>Collected user stories</a:t>
            </a:r>
          </a:p>
          <a:p>
            <a:pPr marL="628650" lvl="1" indent="-171450">
              <a:buFont typeface="Arial" pitchFamily="34" charset="0"/>
              <a:buChar char="•"/>
            </a:pPr>
            <a:r>
              <a:rPr lang="en-US" dirty="0" smtClean="0"/>
              <a:t>Clarified</a:t>
            </a:r>
            <a:r>
              <a:rPr lang="en-US" baseline="0" dirty="0" smtClean="0"/>
              <a:t> our own vision</a:t>
            </a:r>
          </a:p>
          <a:p>
            <a:pPr marL="628650" lvl="1" indent="-171450">
              <a:buFont typeface="Arial" pitchFamily="34" charset="0"/>
              <a:buChar char="•"/>
            </a:pPr>
            <a:r>
              <a:rPr lang="en-US" baseline="0" dirty="0" smtClean="0"/>
              <a:t>Switched to sand box environment</a:t>
            </a:r>
          </a:p>
          <a:p>
            <a:pPr marL="171450" lvl="0" indent="-171450">
              <a:buFont typeface="Arial" pitchFamily="34" charset="0"/>
              <a:buChar char="•"/>
            </a:pPr>
            <a:r>
              <a:rPr lang="en-US" baseline="0" dirty="0" smtClean="0"/>
              <a:t>Designed protocols</a:t>
            </a:r>
          </a:p>
          <a:p>
            <a:pPr marL="628650" lvl="1" indent="-171450">
              <a:buFont typeface="Arial" pitchFamily="34" charset="0"/>
              <a:buChar char="•"/>
            </a:pPr>
            <a:r>
              <a:rPr lang="en-US" baseline="0" dirty="0" smtClean="0"/>
              <a:t>Extended Innovative’s proprietary CommandLink protocols to include client side message initiation</a:t>
            </a:r>
          </a:p>
          <a:p>
            <a:pPr marL="628650" lvl="1" indent="-171450">
              <a:buFont typeface="Arial" pitchFamily="34" charset="0"/>
              <a:buChar char="•"/>
            </a:pPr>
            <a:r>
              <a:rPr lang="en-US" baseline="0" dirty="0" smtClean="0"/>
              <a:t>Revised several times to meet changing requirements</a:t>
            </a:r>
          </a:p>
          <a:p>
            <a:pPr marL="628650" lvl="1" indent="-171450">
              <a:buFont typeface="Arial" pitchFamily="34" charset="0"/>
              <a:buChar char="•"/>
            </a:pPr>
            <a:r>
              <a:rPr lang="en-US" baseline="0" dirty="0" smtClean="0"/>
              <a:t>Still being revised</a:t>
            </a:r>
          </a:p>
          <a:p>
            <a:pPr marL="171450" lvl="0" indent="-171450">
              <a:buFont typeface="Arial" pitchFamily="34" charset="0"/>
              <a:buChar char="•"/>
            </a:pPr>
            <a:r>
              <a:rPr lang="en-US" baseline="0" dirty="0" smtClean="0"/>
              <a:t>Researched tools</a:t>
            </a:r>
          </a:p>
          <a:p>
            <a:pPr marL="628650" lvl="1" indent="-171450">
              <a:buFont typeface="Arial" pitchFamily="34" charset="0"/>
              <a:buChar char="•"/>
            </a:pPr>
            <a:r>
              <a:rPr lang="en-US" dirty="0" smtClean="0"/>
              <a:t>Ran</a:t>
            </a:r>
            <a:r>
              <a:rPr lang="en-US" baseline="0" dirty="0" smtClean="0"/>
              <a:t> code experiments to determine what tools to use</a:t>
            </a:r>
          </a:p>
          <a:p>
            <a:pPr marL="1085850" lvl="2" indent="-171450">
              <a:buFont typeface="Arial" pitchFamily="34" charset="0"/>
              <a:buChar char="•"/>
            </a:pPr>
            <a:r>
              <a:rPr lang="en-US" baseline="0" dirty="0" smtClean="0"/>
              <a:t>Reactive Extensions</a:t>
            </a:r>
          </a:p>
          <a:p>
            <a:pPr marL="1085850" lvl="2" indent="-171450">
              <a:buFont typeface="Arial" pitchFamily="34" charset="0"/>
              <a:buChar char="•"/>
            </a:pPr>
            <a:r>
              <a:rPr lang="en-US" baseline="0" dirty="0" smtClean="0"/>
              <a:t>LINQ to Entities</a:t>
            </a:r>
          </a:p>
          <a:p>
            <a:pPr marL="1085850" lvl="2" indent="-171450">
              <a:buFont typeface="Arial" pitchFamily="34" charset="0"/>
              <a:buChar char="•"/>
            </a:pPr>
            <a:r>
              <a:rPr lang="en-US" dirty="0" smtClean="0"/>
              <a:t>Protocol Buffers</a:t>
            </a:r>
          </a:p>
          <a:p>
            <a:pPr marL="1085850" lvl="2" indent="-171450">
              <a:buFont typeface="Arial" pitchFamily="34" charset="0"/>
              <a:buChar char="•"/>
            </a:pPr>
            <a:r>
              <a:rPr lang="en-US" dirty="0" err="1" smtClean="0"/>
              <a:t>Moq</a:t>
            </a:r>
            <a:endParaRPr lang="en-US" dirty="0" smtClean="0"/>
          </a:p>
          <a:p>
            <a:pPr marL="1085850" lvl="2" indent="-171450">
              <a:buFont typeface="Arial" pitchFamily="34" charset="0"/>
              <a:buChar char="•"/>
            </a:pPr>
            <a:r>
              <a:rPr lang="en-US" baseline="0" dirty="0" err="1" smtClean="0"/>
              <a:t>QUiLoader</a:t>
            </a:r>
            <a:endParaRPr lang="en-US" baseline="0" dirty="0" smtClean="0"/>
          </a:p>
          <a:p>
            <a:pPr marL="1085850" lvl="2" indent="-171450">
              <a:buFont typeface="Arial" pitchFamily="34" charset="0"/>
              <a:buChar char="•"/>
            </a:pPr>
            <a:r>
              <a:rPr lang="en-US" baseline="0" dirty="0" err="1" smtClean="0"/>
              <a:t>QTestLib</a:t>
            </a:r>
            <a:r>
              <a:rPr lang="en-US" baseline="0" dirty="0" smtClean="0"/>
              <a:t> </a:t>
            </a:r>
            <a:r>
              <a:rPr lang="en-US" baseline="0" dirty="0" err="1" smtClean="0"/>
              <a:t>vs</a:t>
            </a:r>
            <a:r>
              <a:rPr lang="en-US" baseline="0" dirty="0" smtClean="0"/>
              <a:t> </a:t>
            </a:r>
            <a:r>
              <a:rPr lang="en-US" baseline="0" dirty="0" err="1" smtClean="0"/>
              <a:t>QTest</a:t>
            </a:r>
            <a:endParaRPr lang="en-US" baseline="0" dirty="0" smtClean="0"/>
          </a:p>
          <a:p>
            <a:pPr marL="628650" lvl="1" indent="-171450">
              <a:buFont typeface="Arial" pitchFamily="34" charset="0"/>
              <a:buChar char="•"/>
            </a:pPr>
            <a:r>
              <a:rPr lang="en-US" baseline="0" dirty="0" smtClean="0"/>
              <a:t>Researched and modified pre existing internal tools</a:t>
            </a:r>
          </a:p>
          <a:p>
            <a:pPr marL="1085850" lvl="2" indent="-171450">
              <a:buFont typeface="Arial" pitchFamily="34" charset="0"/>
              <a:buChar char="•"/>
            </a:pPr>
            <a:r>
              <a:rPr lang="en-US" baseline="0" dirty="0" err="1" smtClean="0"/>
              <a:t>BinSerializerLib</a:t>
            </a:r>
            <a:endParaRPr lang="en-US" baseline="0" dirty="0" smtClean="0"/>
          </a:p>
          <a:p>
            <a:pPr marL="1085850" lvl="2" indent="-171450">
              <a:buFont typeface="Arial" pitchFamily="34" charset="0"/>
              <a:buChar char="•"/>
            </a:pPr>
            <a:r>
              <a:rPr lang="en-US" baseline="0" dirty="0" err="1" smtClean="0"/>
              <a:t>CommandLinkLib</a:t>
            </a:r>
            <a:endParaRPr lang="en-US" baseline="0" dirty="0" smtClean="0"/>
          </a:p>
          <a:p>
            <a:pPr marL="1085850" lvl="2" indent="-171450">
              <a:buFont typeface="Arial" pitchFamily="34" charset="0"/>
              <a:buChar char="•"/>
            </a:pPr>
            <a:endParaRPr lang="en-US" baseline="0" dirty="0" smtClean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F6A66E6-748B-4B4D-BA5F-4F430FA7BBCF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57538854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lvl="0" indent="0">
              <a:buFont typeface="Arial" pitchFamily="34" charset="0"/>
              <a:buNone/>
            </a:pPr>
            <a:r>
              <a:rPr lang="en-US" baseline="0" dirty="0" smtClean="0"/>
              <a:t>(2 minutes)</a:t>
            </a:r>
          </a:p>
          <a:p>
            <a:pPr marL="0" lvl="0" indent="0">
              <a:buFont typeface="Arial" pitchFamily="34" charset="0"/>
              <a:buNone/>
            </a:pPr>
            <a:r>
              <a:rPr lang="en-US" baseline="0" dirty="0" smtClean="0"/>
              <a:t>Sprint 4</a:t>
            </a:r>
          </a:p>
          <a:p>
            <a:pPr marL="171450" lvl="0" indent="-171450">
              <a:buFont typeface="Arial" pitchFamily="34" charset="0"/>
              <a:buChar char="•"/>
            </a:pPr>
            <a:r>
              <a:rPr lang="en-US" baseline="0" dirty="0" smtClean="0"/>
              <a:t>Designed server architecture</a:t>
            </a:r>
          </a:p>
          <a:p>
            <a:pPr marL="628650" lvl="1" indent="-171450">
              <a:buFont typeface="Arial" pitchFamily="34" charset="0"/>
              <a:buChar char="•"/>
            </a:pPr>
            <a:r>
              <a:rPr lang="en-US" baseline="0" dirty="0" smtClean="0"/>
              <a:t>Created the bare bones structure and begin filling in the pieces</a:t>
            </a:r>
          </a:p>
          <a:p>
            <a:pPr marL="171450" lvl="0" indent="-171450">
              <a:buFont typeface="Arial" pitchFamily="34" charset="0"/>
              <a:buChar char="•"/>
            </a:pPr>
            <a:r>
              <a:rPr lang="en-US" baseline="0" dirty="0" smtClean="0"/>
              <a:t>Designed vSTB layout</a:t>
            </a:r>
          </a:p>
          <a:p>
            <a:pPr marL="628650" lvl="1" indent="-171450">
              <a:buFont typeface="Arial" pitchFamily="34" charset="0"/>
              <a:buChar char="•"/>
            </a:pPr>
            <a:r>
              <a:rPr lang="en-US" baseline="0" dirty="0" smtClean="0"/>
              <a:t>Stubbed out communication methods</a:t>
            </a:r>
          </a:p>
          <a:p>
            <a:pPr marL="628650" lvl="1" indent="-171450">
              <a:buFont typeface="Arial" pitchFamily="34" charset="0"/>
              <a:buChar char="•"/>
            </a:pPr>
            <a:r>
              <a:rPr lang="en-US" baseline="0" dirty="0" smtClean="0"/>
              <a:t>Focused on UI layout</a:t>
            </a:r>
          </a:p>
          <a:p>
            <a:pPr marL="171450" lvl="0" indent="-171450">
              <a:buFont typeface="Arial" pitchFamily="34" charset="0"/>
              <a:buChar char="•"/>
            </a:pPr>
            <a:r>
              <a:rPr lang="en-US" baseline="0" dirty="0" smtClean="0"/>
              <a:t>Create demo to show client</a:t>
            </a:r>
          </a:p>
          <a:p>
            <a:pPr marL="628650" lvl="1" indent="-171450">
              <a:buFont typeface="Arial" pitchFamily="34" charset="0"/>
              <a:buChar char="•"/>
            </a:pPr>
            <a:r>
              <a:rPr lang="en-US" baseline="0" dirty="0" smtClean="0"/>
              <a:t>Sent a message from the server to the client and displayed the contents</a:t>
            </a:r>
          </a:p>
          <a:p>
            <a:pPr marL="0" lvl="0" indent="0">
              <a:buFont typeface="Arial" pitchFamily="34" charset="0"/>
              <a:buNone/>
            </a:pPr>
            <a:endParaRPr lang="en-US" baseline="0" dirty="0" smtClean="0"/>
          </a:p>
          <a:p>
            <a:pPr marL="0" lvl="0" indent="0">
              <a:buFont typeface="Arial" pitchFamily="34" charset="0"/>
              <a:buNone/>
            </a:pPr>
            <a:r>
              <a:rPr lang="en-US" baseline="0" dirty="0" smtClean="0"/>
              <a:t>Sprint 5</a:t>
            </a:r>
          </a:p>
          <a:p>
            <a:pPr marL="171450" lvl="0" indent="-171450">
              <a:buFont typeface="Arial" pitchFamily="34" charset="0"/>
              <a:buChar char="•"/>
            </a:pPr>
            <a:r>
              <a:rPr lang="en-US" baseline="0" dirty="0" smtClean="0"/>
              <a:t>Implemented server and began unit testing</a:t>
            </a:r>
          </a:p>
          <a:p>
            <a:pPr marL="628650" lvl="1" indent="-171450">
              <a:buFont typeface="Arial" pitchFamily="34" charset="0"/>
              <a:buChar char="•"/>
            </a:pPr>
            <a:r>
              <a:rPr lang="en-US" baseline="0" dirty="0" smtClean="0"/>
              <a:t>Refactoring was necessary to make code more unit testable</a:t>
            </a:r>
          </a:p>
          <a:p>
            <a:pPr marL="171450" lvl="0" indent="-171450">
              <a:buFont typeface="Arial" pitchFamily="34" charset="0"/>
              <a:buChar char="•"/>
            </a:pPr>
            <a:r>
              <a:rPr lang="en-US" baseline="0" dirty="0" smtClean="0"/>
              <a:t>Created checkers logic and AI</a:t>
            </a:r>
          </a:p>
          <a:p>
            <a:pPr marL="628650" lvl="1" indent="-171450">
              <a:buFont typeface="Arial" pitchFamily="34" charset="0"/>
              <a:buChar char="•"/>
            </a:pPr>
            <a:r>
              <a:rPr lang="en-US" baseline="0" dirty="0" smtClean="0"/>
              <a:t>Wrote checkers logic using the framework we had setup for creating games</a:t>
            </a:r>
          </a:p>
          <a:p>
            <a:pPr marL="628650" lvl="1" indent="-171450">
              <a:buFont typeface="Arial" pitchFamily="34" charset="0"/>
              <a:buChar char="•"/>
            </a:pPr>
            <a:r>
              <a:rPr lang="en-US" baseline="0" dirty="0" smtClean="0"/>
              <a:t>Wrote checkers AI using the same framework</a:t>
            </a:r>
          </a:p>
          <a:p>
            <a:pPr marL="628650" lvl="1" indent="-171450">
              <a:buFont typeface="Arial" pitchFamily="34" charset="0"/>
              <a:buChar char="•"/>
            </a:pPr>
            <a:r>
              <a:rPr lang="en-US" baseline="0" dirty="0" smtClean="0"/>
              <a:t>100% unit testable code coverage</a:t>
            </a:r>
          </a:p>
          <a:p>
            <a:pPr marL="171450" lvl="0" indent="-171450">
              <a:buFont typeface="Arial" pitchFamily="34" charset="0"/>
              <a:buChar char="•"/>
            </a:pPr>
            <a:r>
              <a:rPr lang="en-US" baseline="0" dirty="0" smtClean="0"/>
              <a:t>Refactored vSTB</a:t>
            </a:r>
          </a:p>
          <a:p>
            <a:pPr marL="628650" lvl="1" indent="-171450">
              <a:buFont typeface="Arial" pitchFamily="34" charset="0"/>
              <a:buChar char="•"/>
            </a:pPr>
            <a:r>
              <a:rPr lang="en-US" baseline="0" dirty="0" smtClean="0"/>
              <a:t>Needed some organization reworking</a:t>
            </a:r>
          </a:p>
          <a:p>
            <a:pPr marL="628650" lvl="1" indent="-171450">
              <a:buFont typeface="Arial" pitchFamily="34" charset="0"/>
              <a:buChar char="•"/>
            </a:pPr>
            <a:r>
              <a:rPr lang="en-US" baseline="0" dirty="0" smtClean="0"/>
              <a:t>Made code more modular and unit testable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F6A66E6-748B-4B4D-BA5F-4F430FA7BBCF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98347050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smtClean="0"/>
              <a:t>(1-2 minute)</a:t>
            </a:r>
          </a:p>
          <a:p>
            <a:r>
              <a:rPr lang="en-US" dirty="0" smtClean="0"/>
              <a:t>Server Architecture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F6A66E6-748B-4B4D-BA5F-4F430FA7BBCF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65194427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smtClean="0"/>
              <a:t>(30</a:t>
            </a:r>
            <a:r>
              <a:rPr lang="en-US" baseline="0" dirty="0" smtClean="0"/>
              <a:t> seconds)</a:t>
            </a:r>
            <a:endParaRPr lang="en-US" baseline="0" dirty="0" smtClean="0"/>
          </a:p>
          <a:p>
            <a:r>
              <a:rPr lang="en-US" baseline="0" dirty="0" err="1" smtClean="0"/>
              <a:t>vAPMAX</a:t>
            </a:r>
            <a:r>
              <a:rPr lang="en-US" baseline="0" dirty="0" smtClean="0"/>
              <a:t> Architecture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F6A66E6-748B-4B4D-BA5F-4F430FA7BBCF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02647000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smtClean="0"/>
              <a:t>(1-4 minutes)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F6A66E6-748B-4B4D-BA5F-4F430FA7BBCF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0594706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ight Triangle 9"/>
          <p:cNvSpPr/>
          <p:nvPr/>
        </p:nvSpPr>
        <p:spPr>
          <a:xfrm>
            <a:off x="-2" y="4664147"/>
            <a:ext cx="9151089" cy="0"/>
          </a:xfrm>
          <a:prstGeom prst="rtTriangle">
            <a:avLst/>
          </a:prstGeom>
          <a:gradFill flip="none" rotWithShape="1">
            <a:gsLst>
              <a:gs pos="0">
                <a:schemeClr val="accent1">
                  <a:shade val="35000"/>
                  <a:satMod val="170000"/>
                  <a:alpha val="100000"/>
                </a:schemeClr>
              </a:gs>
              <a:gs pos="55000">
                <a:schemeClr val="accent1">
                  <a:tint val="90000"/>
                  <a:satMod val="150000"/>
                  <a:alpha val="100000"/>
                </a:schemeClr>
              </a:gs>
              <a:gs pos="100000">
                <a:schemeClr val="accent1">
                  <a:shade val="35000"/>
                  <a:satMod val="170000"/>
                  <a:alpha val="100000"/>
                </a:schemeClr>
              </a:gs>
            </a:gsLst>
            <a:lin ang="3000000" scaled="1"/>
            <a:tileRect/>
          </a:gradFill>
          <a:ln w="12700" cap="rnd" cmpd="thickThin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>
            <a:extLst/>
          </a:lstStyle>
          <a:p>
            <a:pPr algn="ctr" eaLnBrk="1" latinLnBrk="0" hangingPunct="1"/>
            <a:endParaRPr kumimoji="0" lang="en-US"/>
          </a:p>
        </p:txBody>
      </p:sp>
      <p:sp>
        <p:nvSpPr>
          <p:cNvPr id="9" name="Title 8"/>
          <p:cNvSpPr>
            <a:spLocks noGrp="1"/>
          </p:cNvSpPr>
          <p:nvPr>
            <p:ph type="ctrTitle"/>
          </p:nvPr>
        </p:nvSpPr>
        <p:spPr>
          <a:xfrm>
            <a:off x="685800" y="1752601"/>
            <a:ext cx="7772400" cy="1829761"/>
          </a:xfrm>
        </p:spPr>
        <p:txBody>
          <a:bodyPr vert="horz" anchor="b">
            <a:normAutofit/>
            <a:scene3d>
              <a:camera prst="orthographicFront"/>
              <a:lightRig rig="soft" dir="t"/>
            </a:scene3d>
            <a:sp3d prstMaterial="softEdge">
              <a:bevelT w="25400" h="25400"/>
            </a:sp3d>
          </a:bodyPr>
          <a:lstStyle>
            <a:lvl1pPr algn="r">
              <a:defRPr sz="4800" b="1">
                <a:solidFill>
                  <a:schemeClr val="tx2"/>
                </a:solidFill>
                <a:effectLst>
                  <a:outerShdw blurRad="31750" dist="25400" dir="540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extLst/>
          </a:lstStyle>
          <a:p>
            <a:r>
              <a:rPr kumimoji="0" lang="en-US" smtClean="0"/>
              <a:t>Click to edit Master title style</a:t>
            </a:r>
            <a:endParaRPr kumimoji="0" lang="en-US"/>
          </a:p>
        </p:txBody>
      </p:sp>
      <p:sp>
        <p:nvSpPr>
          <p:cNvPr id="17" name="Subtitle 16"/>
          <p:cNvSpPr>
            <a:spLocks noGrp="1"/>
          </p:cNvSpPr>
          <p:nvPr>
            <p:ph type="subTitle" idx="1"/>
          </p:nvPr>
        </p:nvSpPr>
        <p:spPr>
          <a:xfrm>
            <a:off x="685800" y="3611607"/>
            <a:ext cx="7772400" cy="1199704"/>
          </a:xfrm>
        </p:spPr>
        <p:txBody>
          <a:bodyPr lIns="45720" rIns="45720"/>
          <a:lstStyle>
            <a:lvl1pPr marL="0" marR="64008" indent="0" algn="r">
              <a:buNone/>
              <a:defRPr>
                <a:solidFill>
                  <a:schemeClr val="tx2"/>
                </a:solidFill>
              </a:defRPr>
            </a:lvl1pPr>
            <a:lvl2pPr marL="457200" indent="0" algn="ctr">
              <a:buNone/>
            </a:lvl2pPr>
            <a:lvl3pPr marL="914400" indent="0" algn="ctr">
              <a:buNone/>
            </a:lvl3pPr>
            <a:lvl4pPr marL="1371600" indent="0" algn="ctr">
              <a:buNone/>
            </a:lvl4pPr>
            <a:lvl5pPr marL="1828800" indent="0" algn="ctr">
              <a:buNone/>
            </a:lvl5pPr>
            <a:lvl6pPr marL="2286000" indent="0" algn="ctr">
              <a:buNone/>
            </a:lvl6pPr>
            <a:lvl7pPr marL="2743200" indent="0" algn="ctr">
              <a:buNone/>
            </a:lvl7pPr>
            <a:lvl8pPr marL="3200400" indent="0" algn="ctr">
              <a:buNone/>
            </a:lvl8pPr>
            <a:lvl9pPr marL="3657600" indent="0" algn="ctr">
              <a:buNone/>
            </a:lvl9pPr>
            <a:extLst/>
          </a:lstStyle>
          <a:p>
            <a:r>
              <a:rPr kumimoji="0" lang="en-US" smtClean="0"/>
              <a:t>Click to edit Master subtitle style</a:t>
            </a:r>
            <a:endParaRPr kumimoji="0" lang="en-US"/>
          </a:p>
        </p:txBody>
      </p:sp>
      <p:grpSp>
        <p:nvGrpSpPr>
          <p:cNvPr id="2" name="Group 1"/>
          <p:cNvGrpSpPr/>
          <p:nvPr/>
        </p:nvGrpSpPr>
        <p:grpSpPr>
          <a:xfrm>
            <a:off x="-3765" y="4953000"/>
            <a:ext cx="9147765" cy="1912088"/>
            <a:chOff x="-3765" y="4832896"/>
            <a:chExt cx="9147765" cy="2032192"/>
          </a:xfrm>
        </p:grpSpPr>
        <p:sp>
          <p:nvSpPr>
            <p:cNvPr id="7" name="Freeform 6"/>
            <p:cNvSpPr>
              <a:spLocks/>
            </p:cNvSpPr>
            <p:nvPr/>
          </p:nvSpPr>
          <p:spPr bwMode="auto">
            <a:xfrm>
              <a:off x="1687513" y="4832896"/>
              <a:ext cx="7456487" cy="518816"/>
            </a:xfrm>
            <a:custGeom>
              <a:avLst>
                <a:gd name="A1" fmla="val 0"/>
                <a:gd name="A2" fmla="val 0"/>
                <a:gd name="A3" fmla="val 0"/>
                <a:gd name="A4" fmla="val 0"/>
                <a:gd name="A5" fmla="val 0"/>
                <a:gd name="A6" fmla="val 0"/>
                <a:gd name="A7" fmla="val 0"/>
                <a:gd name="A8" fmla="val 0"/>
              </a:avLst>
              <a:gdLst/>
              <a:ahLst/>
              <a:cxnLst>
                <a:cxn ang="0">
                  <a:pos x="4697" y="0"/>
                </a:cxn>
                <a:cxn ang="0">
                  <a:pos x="4697" y="367"/>
                </a:cxn>
                <a:cxn ang="0">
                  <a:pos x="0" y="218"/>
                </a:cxn>
                <a:cxn ang="0">
                  <a:pos x="4697" y="0"/>
                </a:cxn>
              </a:cxnLst>
              <a:rect l="0" t="0" r="0" b="0"/>
              <a:pathLst>
                <a:path w="4697" h="367">
                  <a:moveTo>
                    <a:pt x="4697" y="0"/>
                  </a:moveTo>
                  <a:lnTo>
                    <a:pt x="4697" y="367"/>
                  </a:lnTo>
                  <a:lnTo>
                    <a:pt x="0" y="218"/>
                  </a:lnTo>
                  <a:lnTo>
                    <a:pt x="4697" y="0"/>
                  </a:lnTo>
                  <a:close/>
                </a:path>
              </a:pathLst>
            </a:custGeom>
            <a:solidFill>
              <a:schemeClr val="accent1">
                <a:tint val="65000"/>
                <a:satMod val="115000"/>
                <a:alpha val="40000"/>
              </a:schemeClr>
            </a:solidFill>
            <a:ln w="9525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anchor="t" compatLnSpc="1"/>
            <a:lstStyle>
              <a:extLst/>
            </a:lstStyle>
            <a:p>
              <a:endParaRPr kumimoji="0" lang="en-US"/>
            </a:p>
          </p:txBody>
        </p:sp>
        <p:sp>
          <p:nvSpPr>
            <p:cNvPr id="8" name="Freeform 7"/>
            <p:cNvSpPr>
              <a:spLocks/>
            </p:cNvSpPr>
            <p:nvPr/>
          </p:nvSpPr>
          <p:spPr bwMode="auto">
            <a:xfrm>
              <a:off x="35443" y="5135526"/>
              <a:ext cx="9108557" cy="838200"/>
            </a:xfrm>
            <a:custGeom>
              <a:avLst>
                <a:gd name="A1" fmla="val 0"/>
                <a:gd name="A2" fmla="val 0"/>
                <a:gd name="A3" fmla="val 0"/>
                <a:gd name="A4" fmla="val 0"/>
                <a:gd name="A5" fmla="val 0"/>
                <a:gd name="A6" fmla="val 0"/>
                <a:gd name="A7" fmla="val 0"/>
                <a:gd name="A8" fmla="val 0"/>
              </a:avLst>
              <a:gdLst/>
              <a:ahLst/>
              <a:cxnLst>
                <a:cxn ang="0">
                  <a:pos x="0" y="0"/>
                </a:cxn>
                <a:cxn ang="0">
                  <a:pos x="5760" y="0"/>
                </a:cxn>
                <a:cxn ang="0">
                  <a:pos x="5760" y="528"/>
                </a:cxn>
                <a:cxn ang="0">
                  <a:pos x="48" y="0"/>
                </a:cxn>
              </a:cxnLst>
              <a:rect l="0" t="0" r="0" b="0"/>
              <a:pathLst>
                <a:path w="5760" h="528">
                  <a:moveTo>
                    <a:pt x="0" y="0"/>
                  </a:moveTo>
                  <a:lnTo>
                    <a:pt x="5760" y="0"/>
                  </a:lnTo>
                  <a:lnTo>
                    <a:pt x="5760" y="528"/>
                  </a:lnTo>
                  <a:lnTo>
                    <a:pt x="48" y="0"/>
                  </a:lnTo>
                </a:path>
              </a:pathLst>
            </a:custGeom>
            <a:solidFill>
              <a:srgbClr val="000000">
                <a:alpha val="100000"/>
              </a:srgbClr>
            </a:solidFill>
            <a:ln w="9525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anchor="t" compatLnSpc="1"/>
            <a:lstStyle>
              <a:extLst/>
            </a:lstStyle>
            <a:p>
              <a:endParaRPr kumimoji="0" lang="en-US"/>
            </a:p>
          </p:txBody>
        </p:sp>
        <p:sp>
          <p:nvSpPr>
            <p:cNvPr id="11" name="Freeform 10"/>
            <p:cNvSpPr>
              <a:spLocks/>
            </p:cNvSpPr>
            <p:nvPr/>
          </p:nvSpPr>
          <p:spPr bwMode="auto">
            <a:xfrm>
              <a:off x="0" y="4883888"/>
              <a:ext cx="9144000" cy="1981200"/>
            </a:xfrm>
            <a:custGeom>
              <a:avLst>
                <a:gd name="A1" fmla="val 0"/>
                <a:gd name="A2" fmla="val 0"/>
                <a:gd name="A3" fmla="val 0"/>
                <a:gd name="A4" fmla="val 0"/>
                <a:gd name="A5" fmla="val 0"/>
                <a:gd name="A6" fmla="val 0"/>
                <a:gd name="A7" fmla="val 0"/>
                <a:gd name="A8" fmla="val 0"/>
              </a:avLst>
              <a:gdLst/>
              <a:ahLst/>
              <a:cxnLst>
                <a:cxn ang="0">
                  <a:pos x="0" y="0"/>
                </a:cxn>
                <a:cxn ang="0">
                  <a:pos x="0" y="1248"/>
                </a:cxn>
                <a:cxn ang="0">
                  <a:pos x="5760" y="1248"/>
                </a:cxn>
                <a:cxn ang="0">
                  <a:pos x="5760" y="528"/>
                </a:cxn>
                <a:cxn ang="0">
                  <a:pos x="0" y="0"/>
                </a:cxn>
              </a:cxnLst>
              <a:rect l="0" t="0" r="0" b="0"/>
              <a:pathLst>
                <a:path w="5760" h="1248">
                  <a:moveTo>
                    <a:pt x="0" y="0"/>
                  </a:moveTo>
                  <a:lnTo>
                    <a:pt x="0" y="1248"/>
                  </a:lnTo>
                  <a:lnTo>
                    <a:pt x="5760" y="1248"/>
                  </a:lnTo>
                  <a:lnTo>
                    <a:pt x="5760" y="52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50000"/>
              </a:blip>
              <a:tile tx="0" ty="0" sx="50000" sy="50000" flip="none" algn="t"/>
            </a:blipFill>
            <a:ln w="12700" cap="rnd" cmpd="thickThin" algn="ctr">
              <a:noFill/>
              <a:prstDash val="solid"/>
            </a:ln>
            <a:effectLst>
              <a:fillOverlay blend="mult">
                <a:gradFill flip="none" rotWithShape="1">
                  <a:gsLst>
                    <a:gs pos="0">
                      <a:schemeClr val="accent1">
                        <a:shade val="20000"/>
                        <a:satMod val="176000"/>
                        <a:alpha val="100000"/>
                      </a:schemeClr>
                    </a:gs>
                    <a:gs pos="18000">
                      <a:schemeClr val="accent1">
                        <a:shade val="48000"/>
                        <a:satMod val="153000"/>
                        <a:alpha val="100000"/>
                      </a:schemeClr>
                    </a:gs>
                    <a:gs pos="43000">
                      <a:schemeClr val="accent1">
                        <a:tint val="86000"/>
                        <a:satMod val="149000"/>
                        <a:alpha val="100000"/>
                      </a:schemeClr>
                    </a:gs>
                    <a:gs pos="45000">
                      <a:schemeClr val="accent1">
                        <a:tint val="85000"/>
                        <a:satMod val="150000"/>
                        <a:alpha val="100000"/>
                      </a:schemeClr>
                    </a:gs>
                    <a:gs pos="50000">
                      <a:schemeClr val="accent1">
                        <a:tint val="86000"/>
                        <a:satMod val="149000"/>
                        <a:alpha val="100000"/>
                      </a:schemeClr>
                    </a:gs>
                    <a:gs pos="79000">
                      <a:schemeClr val="accent1">
                        <a:shade val="53000"/>
                        <a:satMod val="150000"/>
                        <a:alpha val="100000"/>
                      </a:schemeClr>
                    </a:gs>
                    <a:gs pos="100000">
                      <a:schemeClr val="accent1">
                        <a:shade val="25000"/>
                        <a:satMod val="170000"/>
                        <a:alpha val="100000"/>
                      </a:schemeClr>
                    </a:gs>
                  </a:gsLst>
                  <a:lin ang="450000" scaled="1"/>
                  <a:tileRect/>
                </a:gradFill>
              </a:fillOverlay>
            </a:effectLst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vert="horz" wrap="square" lIns="91440" tIns="45720" rIns="91440" bIns="45720" anchor="ctr" compatLnSpc="1"/>
            <a:lstStyle>
              <a:extLst/>
            </a:lstStyle>
            <a:p>
              <a:pPr algn="ctr" eaLnBrk="1" latinLnBrk="0" hangingPunct="1"/>
              <a:endParaRPr kumimoji="0" lang="en-US"/>
            </a:p>
          </p:txBody>
        </p:sp>
        <p:cxnSp>
          <p:nvCxnSpPr>
            <p:cNvPr id="12" name="Straight Connector 11"/>
            <p:cNvCxnSpPr/>
            <p:nvPr/>
          </p:nvCxnSpPr>
          <p:spPr>
            <a:xfrm>
              <a:off x="-3765" y="4880373"/>
              <a:ext cx="9147765" cy="839943"/>
            </a:xfrm>
            <a:prstGeom prst="line">
              <a:avLst/>
            </a:prstGeom>
            <a:noFill/>
            <a:ln w="12065" cap="flat" cmpd="sng" algn="ctr">
              <a:gradFill>
                <a:gsLst>
                  <a:gs pos="45000">
                    <a:schemeClr val="accent1">
                      <a:tint val="70000"/>
                      <a:satMod val="110000"/>
                    </a:schemeClr>
                  </a:gs>
                  <a:gs pos="15000">
                    <a:schemeClr val="accent1">
                      <a:shade val="40000"/>
                      <a:satMod val="110000"/>
                    </a:schemeClr>
                  </a:gs>
                </a:gsLst>
                <a:lin ang="5400000" scaled="1"/>
              </a:gradFill>
              <a:prstDash val="solid"/>
              <a:miter lim="800000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0" name="Date Placeholder 29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  <a:extLst/>
          </a:lstStyle>
          <a:p>
            <a:fld id="{E3E41CE0-EB9C-4B31-9749-09A6AB903B5A}" type="datetimeFigureOut">
              <a:rPr lang="en-US" smtClean="0"/>
              <a:t>3/20/2013</a:t>
            </a:fld>
            <a:endParaRPr lang="en-US"/>
          </a:p>
        </p:txBody>
      </p:sp>
      <p:sp>
        <p:nvSpPr>
          <p:cNvPr id="19" name="Footer Placeholder 18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accent1">
                    <a:tint val="20000"/>
                  </a:schemeClr>
                </a:solidFill>
              </a:defRPr>
            </a:lvl1pPr>
            <a:extLst/>
          </a:lstStyle>
          <a:p>
            <a:endParaRPr lang="en-US"/>
          </a:p>
        </p:txBody>
      </p:sp>
      <p:sp>
        <p:nvSpPr>
          <p:cNvPr id="27" name="Slide Number Placeholder 2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  <a:extLst/>
          </a:lstStyle>
          <a:p>
            <a:fld id="{0961E62A-5689-4EFB-AE30-BA263A490589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extLst/>
          </a:lstStyle>
          <a:p>
            <a:pPr lvl="0" eaLnBrk="1" latinLnBrk="0" hangingPunct="1"/>
            <a:r>
              <a:rPr lang="en-US" smtClean="0"/>
              <a:t>Click to edit Master text styles</a:t>
            </a:r>
          </a:p>
          <a:p>
            <a:pPr lvl="1" eaLnBrk="1" latinLnBrk="0" hangingPunct="1"/>
            <a:r>
              <a:rPr lang="en-US" smtClean="0"/>
              <a:t>Second level</a:t>
            </a:r>
          </a:p>
          <a:p>
            <a:pPr lvl="2" eaLnBrk="1" latinLnBrk="0" hangingPunct="1"/>
            <a:r>
              <a:rPr lang="en-US" smtClean="0"/>
              <a:t>Third level</a:t>
            </a:r>
          </a:p>
          <a:p>
            <a:pPr lvl="3" eaLnBrk="1" latinLnBrk="0" hangingPunct="1"/>
            <a:r>
              <a:rPr lang="en-US" smtClean="0"/>
              <a:t>Fourth level</a:t>
            </a:r>
          </a:p>
          <a:p>
            <a:pPr lvl="4" eaLnBrk="1" latinLnBrk="0" hangingPunct="1"/>
            <a:r>
              <a:rPr lang="en-US" smtClean="0"/>
              <a:t>Fifth level</a:t>
            </a:r>
            <a:endParaRPr kumimoji="0"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extLst/>
          </a:lstStyle>
          <a:p>
            <a:fld id="{E3E41CE0-EB9C-4B31-9749-09A6AB903B5A}" type="datetimeFigureOut">
              <a:rPr lang="en-US" smtClean="0"/>
              <a:t>3/20/2013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extLst/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extLst/>
          </a:lstStyle>
          <a:p>
            <a:fld id="{0961E62A-5689-4EFB-AE30-BA263A490589}" type="slidenum">
              <a:rPr lang="en-US" smtClean="0"/>
              <a:t>‹#›</a:t>
            </a:fld>
            <a:endParaRPr lang="en-US"/>
          </a:p>
        </p:txBody>
      </p:sp>
      <p:sp>
        <p:nvSpPr>
          <p:cNvPr id="7" name="Title 6"/>
          <p:cNvSpPr>
            <a:spLocks noGrp="1"/>
          </p:cNvSpPr>
          <p:nvPr>
            <p:ph type="title"/>
          </p:nvPr>
        </p:nvSpPr>
        <p:spPr/>
        <p:txBody>
          <a:bodyPr rtlCol="0"/>
          <a:lstStyle>
            <a:extLst/>
          </a:lstStyle>
          <a:p>
            <a:r>
              <a:rPr kumimoji="0" lang="en-US" smtClean="0"/>
              <a:t>Click to edit Master title style</a:t>
            </a:r>
            <a:endParaRPr kumimoji="0"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bg>
      <p:bgRef idx="1002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76" y="1059712"/>
            <a:ext cx="7772400" cy="1828800"/>
          </a:xfrm>
        </p:spPr>
        <p:txBody>
          <a:bodyPr vert="horz" anchor="b">
            <a:normAutofit/>
            <a:scene3d>
              <a:camera prst="orthographicFront"/>
              <a:lightRig rig="soft" dir="t"/>
            </a:scene3d>
            <a:sp3d prstMaterial="softEdge">
              <a:bevelT w="25400" h="25400"/>
            </a:sp3d>
          </a:bodyPr>
          <a:lstStyle>
            <a:lvl1pPr algn="r">
              <a:buNone/>
              <a:defRPr sz="4800" b="1" cap="none" baseline="0">
                <a:effectLst>
                  <a:outerShdw blurRad="31750" dist="25400" dir="540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extLst/>
          </a:lstStyle>
          <a:p>
            <a:r>
              <a:rPr kumimoji="0" lang="en-US" smtClean="0"/>
              <a:t>Click to edit Master title style</a:t>
            </a:r>
            <a:endParaRPr kumimoji="0"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922713" y="2931712"/>
            <a:ext cx="4572000" cy="1454888"/>
          </a:xfrm>
        </p:spPr>
        <p:txBody>
          <a:bodyPr lIns="91440" rIns="91440" anchor="t"/>
          <a:lstStyle>
            <a:lvl1pPr marL="0" indent="0" algn="l">
              <a:buNone/>
              <a:defRPr sz="2300">
                <a:solidFill>
                  <a:schemeClr val="tx1"/>
                </a:solidFill>
              </a:defRPr>
            </a:lvl1pPr>
            <a:lvl2pPr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extLst/>
          </a:lstStyle>
          <a:p>
            <a:pPr lvl="0" eaLnBrk="1" latinLnBrk="0" hangingPunct="1"/>
            <a:r>
              <a:rPr kumimoji="0"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extLst/>
          </a:lstStyle>
          <a:p>
            <a:fld id="{E3E41CE0-EB9C-4B31-9749-09A6AB903B5A}" type="datetimeFigureOut">
              <a:rPr lang="en-US" smtClean="0"/>
              <a:t>3/20/2013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extLst/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extLst/>
          </a:lstStyle>
          <a:p>
            <a:fld id="{0961E62A-5689-4EFB-AE30-BA263A490589}" type="slidenum">
              <a:rPr lang="en-US" smtClean="0"/>
              <a:t>‹#›</a:t>
            </a:fld>
            <a:endParaRPr lang="en-US"/>
          </a:p>
        </p:txBody>
      </p:sp>
      <p:sp>
        <p:nvSpPr>
          <p:cNvPr id="7" name="Chevron 6"/>
          <p:cNvSpPr/>
          <p:nvPr/>
        </p:nvSpPr>
        <p:spPr>
          <a:xfrm>
            <a:off x="3636680" y="3005472"/>
            <a:ext cx="182880" cy="228600"/>
          </a:xfrm>
          <a:prstGeom prst="chevron">
            <a:avLst>
              <a:gd name="adj" fmla="val 50000"/>
            </a:avLst>
          </a:prstGeom>
          <a:gradFill flip="none" rotWithShape="1">
            <a:gsLst>
              <a:gs pos="0">
                <a:schemeClr val="accent1">
                  <a:shade val="60000"/>
                  <a:satMod val="125000"/>
                </a:schemeClr>
              </a:gs>
              <a:gs pos="72000">
                <a:schemeClr val="accent1">
                  <a:tint val="90000"/>
                  <a:satMod val="138000"/>
                </a:schemeClr>
              </a:gs>
              <a:gs pos="100000">
                <a:schemeClr val="accent1">
                  <a:tint val="76000"/>
                  <a:satMod val="136000"/>
                </a:schemeClr>
              </a:gs>
            </a:gsLst>
            <a:lin ang="16200000" scaled="0"/>
          </a:gradFill>
          <a:ln w="3175" cap="rnd" cmpd="sng" algn="ctr">
            <a:solidFill>
              <a:schemeClr val="accent1">
                <a:shade val="50000"/>
              </a:schemeClr>
            </a:solidFill>
            <a:prstDash val="solid"/>
          </a:ln>
          <a:effectLst>
            <a:outerShdw blurRad="50800" dist="25400" dir="5400000">
              <a:srgbClr val="000000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>
            <a:extLst/>
          </a:lstStyle>
          <a:p>
            <a:pPr algn="l" eaLnBrk="1" latinLnBrk="0" hangingPunct="1"/>
            <a:endParaRPr kumimoji="0" lang="en-US"/>
          </a:p>
        </p:txBody>
      </p:sp>
      <p:sp>
        <p:nvSpPr>
          <p:cNvPr id="8" name="Chevron 7"/>
          <p:cNvSpPr/>
          <p:nvPr/>
        </p:nvSpPr>
        <p:spPr>
          <a:xfrm>
            <a:off x="3450264" y="3005472"/>
            <a:ext cx="182880" cy="228600"/>
          </a:xfrm>
          <a:prstGeom prst="chevron">
            <a:avLst>
              <a:gd name="adj" fmla="val 50000"/>
            </a:avLst>
          </a:prstGeom>
          <a:gradFill flip="none" rotWithShape="1">
            <a:gsLst>
              <a:gs pos="0">
                <a:schemeClr val="accent1">
                  <a:shade val="60000"/>
                  <a:satMod val="125000"/>
                </a:schemeClr>
              </a:gs>
              <a:gs pos="72000">
                <a:schemeClr val="accent1">
                  <a:tint val="90000"/>
                  <a:satMod val="138000"/>
                </a:schemeClr>
              </a:gs>
              <a:gs pos="100000">
                <a:schemeClr val="accent1">
                  <a:tint val="76000"/>
                  <a:satMod val="136000"/>
                </a:schemeClr>
              </a:gs>
            </a:gsLst>
            <a:lin ang="16200000" scaled="0"/>
          </a:gradFill>
          <a:ln w="3175" cap="rnd" cmpd="sng" algn="ctr">
            <a:solidFill>
              <a:schemeClr val="accent1">
                <a:shade val="50000"/>
              </a:schemeClr>
            </a:solidFill>
            <a:prstDash val="solid"/>
          </a:ln>
          <a:effectLst>
            <a:outerShdw blurRad="50800" dist="25400" dir="5400000">
              <a:srgbClr val="000000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>
            <a:extLst/>
          </a:lstStyle>
          <a:p>
            <a:pPr algn="l" eaLnBrk="1" latinLnBrk="0" hangingPunct="1"/>
            <a:endParaRPr kumimoji="0" lang="en-US"/>
          </a:p>
        </p:txBody>
      </p:sp>
    </p:spTree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bg>
      <p:bgRef idx="1002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481328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extLst/>
          </a:lstStyle>
          <a:p>
            <a:pPr lvl="0" eaLnBrk="1" latinLnBrk="0" hangingPunct="1"/>
            <a:r>
              <a:rPr lang="en-US" smtClean="0"/>
              <a:t>Click to edit Master text styles</a:t>
            </a:r>
          </a:p>
          <a:p>
            <a:pPr lvl="1" eaLnBrk="1" latinLnBrk="0" hangingPunct="1"/>
            <a:r>
              <a:rPr lang="en-US" smtClean="0"/>
              <a:t>Second level</a:t>
            </a:r>
          </a:p>
          <a:p>
            <a:pPr lvl="2" eaLnBrk="1" latinLnBrk="0" hangingPunct="1"/>
            <a:r>
              <a:rPr lang="en-US" smtClean="0"/>
              <a:t>Third level</a:t>
            </a:r>
          </a:p>
          <a:p>
            <a:pPr lvl="3" eaLnBrk="1" latinLnBrk="0" hangingPunct="1"/>
            <a:r>
              <a:rPr lang="en-US" smtClean="0"/>
              <a:t>Fourth level</a:t>
            </a:r>
          </a:p>
          <a:p>
            <a:pPr lvl="4" eaLnBrk="1" latinLnBrk="0" hangingPunct="1"/>
            <a:r>
              <a:rPr lang="en-US" smtClean="0"/>
              <a:t>Fifth level</a:t>
            </a:r>
            <a:endParaRPr kumimoji="0"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481328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extLst/>
          </a:lstStyle>
          <a:p>
            <a:pPr lvl="0" eaLnBrk="1" latinLnBrk="0" hangingPunct="1"/>
            <a:r>
              <a:rPr lang="en-US" smtClean="0"/>
              <a:t>Click to edit Master text styles</a:t>
            </a:r>
          </a:p>
          <a:p>
            <a:pPr lvl="1" eaLnBrk="1" latinLnBrk="0" hangingPunct="1"/>
            <a:r>
              <a:rPr lang="en-US" smtClean="0"/>
              <a:t>Second level</a:t>
            </a:r>
          </a:p>
          <a:p>
            <a:pPr lvl="2" eaLnBrk="1" latinLnBrk="0" hangingPunct="1"/>
            <a:r>
              <a:rPr lang="en-US" smtClean="0"/>
              <a:t>Third level</a:t>
            </a:r>
          </a:p>
          <a:p>
            <a:pPr lvl="3" eaLnBrk="1" latinLnBrk="0" hangingPunct="1"/>
            <a:r>
              <a:rPr lang="en-US" smtClean="0"/>
              <a:t>Fourth level</a:t>
            </a:r>
          </a:p>
          <a:p>
            <a:pPr lvl="4" eaLnBrk="1" latinLnBrk="0" hangingPunct="1"/>
            <a:r>
              <a:rPr lang="en-US" smtClean="0"/>
              <a:t>Fifth level</a:t>
            </a:r>
            <a:endParaRPr kumimoji="0"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extLst/>
          </a:lstStyle>
          <a:p>
            <a:fld id="{E3E41CE0-EB9C-4B31-9749-09A6AB903B5A}" type="datetimeFigureOut">
              <a:rPr lang="en-US" smtClean="0"/>
              <a:t>3/20/2013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extLst/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extLst/>
          </a:lstStyle>
          <a:p>
            <a:fld id="{0961E62A-5689-4EFB-AE30-BA263A490589}" type="slidenum">
              <a:rPr lang="en-US" smtClean="0"/>
              <a:t>‹#›</a:t>
            </a:fld>
            <a:endParaRPr lang="en-US"/>
          </a:p>
        </p:txBody>
      </p:sp>
      <p:sp>
        <p:nvSpPr>
          <p:cNvPr id="8" name="Title 7"/>
          <p:cNvSpPr>
            <a:spLocks noGrp="1"/>
          </p:cNvSpPr>
          <p:nvPr>
            <p:ph type="title"/>
          </p:nvPr>
        </p:nvSpPr>
        <p:spPr/>
        <p:txBody>
          <a:bodyPr rtlCol="0"/>
          <a:lstStyle>
            <a:extLst/>
          </a:lstStyle>
          <a:p>
            <a:r>
              <a:rPr kumimoji="0" lang="en-US" smtClean="0"/>
              <a:t>Click to edit Master title style</a:t>
            </a:r>
            <a:endParaRPr kumimoji="0" lang="en-US"/>
          </a:p>
        </p:txBody>
      </p:sp>
    </p:spTree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woTxTwoObj" preserve="1">
  <p:cSld name="Comparison">
    <p:bg>
      <p:bgRef idx="1003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8229600" cy="1143000"/>
          </a:xfrm>
        </p:spPr>
        <p:txBody>
          <a:bodyPr anchor="ctr"/>
          <a:lstStyle>
            <a:lvl1pPr>
              <a:defRPr/>
            </a:lvl1pPr>
            <a:extLst/>
          </a:lstStyle>
          <a:p>
            <a:r>
              <a:rPr kumimoji="0" lang="en-US" smtClean="0"/>
              <a:t>Click to edit Master title style</a:t>
            </a:r>
            <a:endParaRPr kumimoji="0"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5410200"/>
            <a:ext cx="4040188" cy="762000"/>
          </a:xfrm>
          <a:solidFill>
            <a:schemeClr val="accent1"/>
          </a:solidFill>
          <a:ln w="9652">
            <a:solidFill>
              <a:schemeClr val="accent1"/>
            </a:solidFill>
            <a:miter lim="800000"/>
          </a:ln>
        </p:spPr>
        <p:txBody>
          <a:bodyPr lIns="182880" anchor="ctr"/>
          <a:lstStyle>
            <a:lvl1pPr marL="0" indent="0">
              <a:buNone/>
              <a:defRPr sz="2400" b="0">
                <a:solidFill>
                  <a:schemeClr val="bg1"/>
                </a:solidFill>
              </a:defRPr>
            </a:lvl1pPr>
            <a:lvl2pPr>
              <a:buNone/>
              <a:defRPr sz="2000" b="1"/>
            </a:lvl2pPr>
            <a:lvl3pPr>
              <a:buNone/>
              <a:defRPr sz="1800" b="1"/>
            </a:lvl3pPr>
            <a:lvl4pPr>
              <a:buNone/>
              <a:defRPr sz="1600" b="1"/>
            </a:lvl4pPr>
            <a:lvl5pPr>
              <a:buNone/>
              <a:defRPr sz="1600" b="1"/>
            </a:lvl5pPr>
            <a:extLst/>
          </a:lstStyle>
          <a:p>
            <a:pPr lvl="0" eaLnBrk="1" latinLnBrk="0" hangingPunct="1"/>
            <a:r>
              <a:rPr kumimoji="0" lang="en-US" smtClean="0"/>
              <a:t>Click to edit Master text styles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3"/>
          </p:nvPr>
        </p:nvSpPr>
        <p:spPr>
          <a:xfrm>
            <a:off x="4645026" y="5410200"/>
            <a:ext cx="4041775" cy="762000"/>
          </a:xfrm>
          <a:solidFill>
            <a:schemeClr val="accent1"/>
          </a:solidFill>
          <a:ln w="9652">
            <a:solidFill>
              <a:schemeClr val="accent1"/>
            </a:solidFill>
            <a:miter lim="800000"/>
          </a:ln>
        </p:spPr>
        <p:txBody>
          <a:bodyPr lIns="182880" anchor="ctr"/>
          <a:lstStyle>
            <a:lvl1pPr marL="0" indent="0">
              <a:buNone/>
              <a:defRPr sz="2400" b="0">
                <a:solidFill>
                  <a:schemeClr val="bg1"/>
                </a:solidFill>
              </a:defRPr>
            </a:lvl1pPr>
            <a:lvl2pPr>
              <a:buNone/>
              <a:defRPr sz="2000" b="1"/>
            </a:lvl2pPr>
            <a:lvl3pPr>
              <a:buNone/>
              <a:defRPr sz="1800" b="1"/>
            </a:lvl3pPr>
            <a:lvl4pPr>
              <a:buNone/>
              <a:defRPr sz="1600" b="1"/>
            </a:lvl4pPr>
            <a:lvl5pPr>
              <a:buNone/>
              <a:defRPr sz="1600" b="1"/>
            </a:lvl5pPr>
            <a:extLst/>
          </a:lstStyle>
          <a:p>
            <a:pPr lvl="0" eaLnBrk="1" latinLnBrk="0" hangingPunct="1"/>
            <a:r>
              <a:rPr kumimoji="0" lang="en-US" smtClean="0"/>
              <a:t>Click to edit Master text styles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sz="quarter" idx="2"/>
          </p:nvPr>
        </p:nvSpPr>
        <p:spPr>
          <a:xfrm>
            <a:off x="457200" y="1444294"/>
            <a:ext cx="4040188" cy="3941763"/>
          </a:xfrm>
          <a:ln>
            <a:noFill/>
            <a:prstDash val="sysDash"/>
            <a:miter lim="800000"/>
          </a:ln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extLst/>
          </a:lstStyle>
          <a:p>
            <a:pPr lvl="0" eaLnBrk="1" latinLnBrk="0" hangingPunct="1"/>
            <a:r>
              <a:rPr lang="en-US" smtClean="0"/>
              <a:t>Click to edit Master text styles</a:t>
            </a:r>
          </a:p>
          <a:p>
            <a:pPr lvl="1" eaLnBrk="1" latinLnBrk="0" hangingPunct="1"/>
            <a:r>
              <a:rPr lang="en-US" smtClean="0"/>
              <a:t>Second level</a:t>
            </a:r>
          </a:p>
          <a:p>
            <a:pPr lvl="2" eaLnBrk="1" latinLnBrk="0" hangingPunct="1"/>
            <a:r>
              <a:rPr lang="en-US" smtClean="0"/>
              <a:t>Third level</a:t>
            </a:r>
          </a:p>
          <a:p>
            <a:pPr lvl="3" eaLnBrk="1" latinLnBrk="0" hangingPunct="1"/>
            <a:r>
              <a:rPr lang="en-US" smtClean="0"/>
              <a:t>Fourth level</a:t>
            </a:r>
          </a:p>
          <a:p>
            <a:pPr lvl="4" eaLnBrk="1" latinLnBrk="0" hangingPunct="1"/>
            <a:r>
              <a:rPr lang="en-US" smtClean="0"/>
              <a:t>Fifth level</a:t>
            </a:r>
            <a:endParaRPr kumimoji="0" lang="en-US"/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1444294"/>
            <a:ext cx="4041775" cy="3941763"/>
          </a:xfrm>
          <a:ln>
            <a:noFill/>
            <a:prstDash val="sysDash"/>
            <a:miter lim="800000"/>
          </a:ln>
        </p:spPr>
        <p:txBody>
          <a:bodyPr/>
          <a:lstStyle>
            <a:lvl1pPr>
              <a:spcBef>
                <a:spcPts val="0"/>
              </a:spcBef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extLst/>
          </a:lstStyle>
          <a:p>
            <a:pPr lvl="0" eaLnBrk="1" latinLnBrk="0" hangingPunct="1"/>
            <a:r>
              <a:rPr lang="en-US" smtClean="0"/>
              <a:t>Click to edit Master text styles</a:t>
            </a:r>
          </a:p>
          <a:p>
            <a:pPr lvl="1" eaLnBrk="1" latinLnBrk="0" hangingPunct="1"/>
            <a:r>
              <a:rPr lang="en-US" smtClean="0"/>
              <a:t>Second level</a:t>
            </a:r>
          </a:p>
          <a:p>
            <a:pPr lvl="2" eaLnBrk="1" latinLnBrk="0" hangingPunct="1"/>
            <a:r>
              <a:rPr lang="en-US" smtClean="0"/>
              <a:t>Third level</a:t>
            </a:r>
          </a:p>
          <a:p>
            <a:pPr lvl="3" eaLnBrk="1" latinLnBrk="0" hangingPunct="1"/>
            <a:r>
              <a:rPr lang="en-US" smtClean="0"/>
              <a:t>Fourth level</a:t>
            </a:r>
          </a:p>
          <a:p>
            <a:pPr lvl="4" eaLnBrk="1" latinLnBrk="0" hangingPunct="1"/>
            <a:r>
              <a:rPr lang="en-US" smtClean="0"/>
              <a:t>Fifth level</a:t>
            </a:r>
            <a:endParaRPr kumimoji="0"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extLst/>
          </a:lstStyle>
          <a:p>
            <a:fld id="{E3E41CE0-EB9C-4B31-9749-09A6AB903B5A}" type="datetimeFigureOut">
              <a:rPr lang="en-US" smtClean="0"/>
              <a:t>3/20/2013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extLst/>
          </a:lstStyle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extLst/>
          </a:lstStyle>
          <a:p>
            <a:fld id="{0961E62A-5689-4EFB-AE30-BA263A490589}" type="slidenum">
              <a:rPr lang="en-US" smtClean="0"/>
              <a:t>‹#›</a:t>
            </a:fld>
            <a:endParaRPr lang="en-US"/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bg>
      <p:bgRef idx="1002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extLst/>
          </a:lstStyle>
          <a:p>
            <a:fld id="{E3E41CE0-EB9C-4B31-9749-09A6AB903B5A}" type="datetimeFigureOut">
              <a:rPr lang="en-US" smtClean="0"/>
              <a:t>3/20/2013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extLst/>
          </a:lstStyle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extLst/>
          </a:lstStyle>
          <a:p>
            <a:fld id="{0961E62A-5689-4EFB-AE30-BA263A490589}" type="slidenum">
              <a:rPr lang="en-US" smtClean="0"/>
              <a:t>‹#›</a:t>
            </a:fld>
            <a:endParaRPr lang="en-US"/>
          </a:p>
        </p:txBody>
      </p:sp>
      <p:sp>
        <p:nvSpPr>
          <p:cNvPr id="6" name="Title 5"/>
          <p:cNvSpPr>
            <a:spLocks noGrp="1"/>
          </p:cNvSpPr>
          <p:nvPr>
            <p:ph type="title"/>
          </p:nvPr>
        </p:nvSpPr>
        <p:spPr/>
        <p:txBody>
          <a:bodyPr rtlCol="0"/>
          <a:lstStyle>
            <a:extLst/>
          </a:lstStyle>
          <a:p>
            <a:r>
              <a:rPr kumimoji="0" lang="en-US" smtClean="0"/>
              <a:t>Click to edit Master title style</a:t>
            </a:r>
            <a:endParaRPr kumimoji="0" lang="en-US"/>
          </a:p>
        </p:txBody>
      </p:sp>
    </p:spTree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extLst/>
          </a:lstStyle>
          <a:p>
            <a:fld id="{E3E41CE0-EB9C-4B31-9749-09A6AB903B5A}" type="datetimeFigureOut">
              <a:rPr lang="en-US" smtClean="0"/>
              <a:t>3/20/2013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extLst/>
          </a:lstStyle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extLst/>
          </a:lstStyle>
          <a:p>
            <a:fld id="{0961E62A-5689-4EFB-AE30-BA263A490589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Content with Caption">
    <p:bg>
      <p:bgRef idx="1003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4400" y="4876800"/>
            <a:ext cx="7481776" cy="457200"/>
          </a:xfrm>
        </p:spPr>
        <p:txBody>
          <a:bodyPr vert="horz" anchor="t">
            <a:noAutofit/>
            <a:sp3d prstMaterial="softEdge">
              <a:bevelT w="0" h="0"/>
            </a:sp3d>
          </a:bodyPr>
          <a:lstStyle>
            <a:lvl1pPr algn="r">
              <a:buNone/>
              <a:defRPr sz="2500" b="0">
                <a:solidFill>
                  <a:schemeClr val="accent1"/>
                </a:solidFill>
                <a:effectLst/>
              </a:defRPr>
            </a:lvl1pPr>
            <a:extLst/>
          </a:lstStyle>
          <a:p>
            <a:r>
              <a:rPr kumimoji="0" lang="en-US" smtClean="0"/>
              <a:t>Click to edit Master title style</a:t>
            </a:r>
            <a:endParaRPr kumimoji="0"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2"/>
          </p:nvPr>
        </p:nvSpPr>
        <p:spPr>
          <a:xfrm>
            <a:off x="4419600" y="5355102"/>
            <a:ext cx="3974592" cy="914400"/>
          </a:xfrm>
        </p:spPr>
        <p:txBody>
          <a:bodyPr/>
          <a:lstStyle>
            <a:lvl1pPr marL="0" indent="0" algn="r">
              <a:buNone/>
              <a:defRPr sz="1600"/>
            </a:lvl1pPr>
            <a:lvl2pPr>
              <a:buNone/>
              <a:defRPr sz="1200"/>
            </a:lvl2pPr>
            <a:lvl3pPr>
              <a:buNone/>
              <a:defRPr sz="1000"/>
            </a:lvl3pPr>
            <a:lvl4pPr>
              <a:buNone/>
              <a:defRPr sz="900"/>
            </a:lvl4pPr>
            <a:lvl5pPr>
              <a:buNone/>
              <a:defRPr sz="900"/>
            </a:lvl5pPr>
            <a:extLst/>
          </a:lstStyle>
          <a:p>
            <a:pPr lvl="0" eaLnBrk="1" latinLnBrk="0" hangingPunct="1"/>
            <a:r>
              <a:rPr kumimoji="0"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1"/>
          </p:nvPr>
        </p:nvSpPr>
        <p:spPr>
          <a:xfrm>
            <a:off x="914400" y="274320"/>
            <a:ext cx="7479792" cy="4572000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extLst/>
          </a:lstStyle>
          <a:p>
            <a:pPr lvl="0" eaLnBrk="1" latinLnBrk="0" hangingPunct="1"/>
            <a:r>
              <a:rPr lang="en-US" smtClean="0"/>
              <a:t>Click to edit Master text styles</a:t>
            </a:r>
          </a:p>
          <a:p>
            <a:pPr lvl="1" eaLnBrk="1" latinLnBrk="0" hangingPunct="1"/>
            <a:r>
              <a:rPr lang="en-US" smtClean="0"/>
              <a:t>Second level</a:t>
            </a:r>
          </a:p>
          <a:p>
            <a:pPr lvl="2" eaLnBrk="1" latinLnBrk="0" hangingPunct="1"/>
            <a:r>
              <a:rPr lang="en-US" smtClean="0"/>
              <a:t>Third level</a:t>
            </a:r>
          </a:p>
          <a:p>
            <a:pPr lvl="3" eaLnBrk="1" latinLnBrk="0" hangingPunct="1"/>
            <a:r>
              <a:rPr lang="en-US" smtClean="0"/>
              <a:t>Fourth level</a:t>
            </a:r>
          </a:p>
          <a:p>
            <a:pPr lvl="4" eaLnBrk="1" latinLnBrk="0" hangingPunct="1"/>
            <a:r>
              <a:rPr lang="en-US" smtClean="0"/>
              <a:t>Fifth level</a:t>
            </a:r>
            <a:endParaRPr kumimoji="0"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6727032" y="6407944"/>
            <a:ext cx="1920240" cy="365760"/>
          </a:xfrm>
        </p:spPr>
        <p:txBody>
          <a:bodyPr/>
          <a:lstStyle>
            <a:extLst/>
          </a:lstStyle>
          <a:p>
            <a:fld id="{E3E41CE0-EB9C-4B31-9749-09A6AB903B5A}" type="datetimeFigureOut">
              <a:rPr lang="en-US" smtClean="0"/>
              <a:t>3/20/2013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extLst/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extLst/>
          </a:lstStyle>
          <a:p>
            <a:fld id="{0961E62A-5689-4EFB-AE30-BA263A490589}" type="slidenum">
              <a:rPr lang="en-US" smtClean="0"/>
              <a:t>‹#›</a:t>
            </a:fld>
            <a:endParaRPr lang="en-US"/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Picture with Caption">
    <p:bg>
      <p:bgRef idx="1002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232" y="5443402"/>
            <a:ext cx="7162800" cy="648232"/>
          </a:xfrm>
          <a:noFill/>
        </p:spPr>
        <p:txBody>
          <a:bodyPr lIns="91440" tIns="0" rIns="91440" anchor="t"/>
          <a:lstStyle>
            <a:lvl1pPr marL="0" marR="18288" indent="0" algn="r">
              <a:buNone/>
              <a:defRPr sz="1400"/>
            </a:lvl1pPr>
            <a:lvl2pPr>
              <a:defRPr sz="1200"/>
            </a:lvl2pPr>
            <a:lvl3pPr>
              <a:defRPr sz="1000"/>
            </a:lvl3pPr>
            <a:lvl4pPr>
              <a:defRPr sz="900"/>
            </a:lvl4pPr>
            <a:lvl5pPr>
              <a:defRPr sz="900"/>
            </a:lvl5pPr>
            <a:extLst/>
          </a:lstStyle>
          <a:p>
            <a:pPr lvl="0" eaLnBrk="1" latinLnBrk="0" hangingPunct="1"/>
            <a:r>
              <a:rPr kumimoji="0" lang="en-US" smtClean="0"/>
              <a:t>Click to edit Master text styles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28600" y="189968"/>
            <a:ext cx="8686800" cy="4389120"/>
          </a:xfrm>
          <a:prstGeom prst="rect">
            <a:avLst/>
          </a:prstGeom>
          <a:solidFill>
            <a:schemeClr val="bg2"/>
          </a:solidFill>
          <a:ln>
            <a:solidFill>
              <a:schemeClr val="bg1"/>
            </a:solidFill>
          </a:ln>
          <a:effectLst>
            <a:innerShdw blurRad="95250">
              <a:srgbClr val="000000"/>
            </a:innerShdw>
          </a:effectLst>
        </p:spPr>
        <p:txBody>
          <a:bodyPr/>
          <a:lstStyle>
            <a:lvl1pPr marL="0" indent="0">
              <a:buNone/>
              <a:defRPr sz="3200"/>
            </a:lvl1pPr>
            <a:extLst/>
          </a:lstStyle>
          <a:p>
            <a:r>
              <a:rPr kumimoji="0" lang="en-US" smtClean="0"/>
              <a:t>Click icon to add picture</a:t>
            </a:r>
            <a:endParaRPr kumimoji="0"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extLst/>
          </a:lstStyle>
          <a:p>
            <a:fld id="{E3E41CE0-EB9C-4B31-9749-09A6AB903B5A}" type="datetimeFigureOut">
              <a:rPr lang="en-US" smtClean="0"/>
              <a:t>3/20/2013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4380072" y="6407944"/>
            <a:ext cx="2350681" cy="365125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extLst/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extLst/>
          </a:lstStyle>
          <a:p>
            <a:fld id="{0961E62A-5689-4EFB-AE30-BA263A490589}" type="slidenum">
              <a:rPr lang="en-US" smtClean="0"/>
              <a:t>‹#›</a:t>
            </a:fld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28600" y="4865122"/>
            <a:ext cx="8075432" cy="562672"/>
          </a:xfrm>
          <a:noFill/>
        </p:spPr>
        <p:txBody>
          <a:bodyPr anchor="t">
            <a:sp3d prstMaterial="softEdge"/>
          </a:bodyPr>
          <a:lstStyle>
            <a:lvl1pPr marR="0" algn="r">
              <a:buNone/>
              <a:defRPr sz="3000" b="0">
                <a:solidFill>
                  <a:schemeClr val="accent1"/>
                </a:solidFill>
                <a:effectLst>
                  <a:outerShdw blurRad="50800" dist="25000" dir="5400000" algn="t" rotWithShape="0">
                    <a:prstClr val="black">
                      <a:alpha val="45000"/>
                    </a:prstClr>
                  </a:outerShdw>
                </a:effectLst>
              </a:defRPr>
            </a:lvl1pPr>
            <a:extLst/>
          </a:lstStyle>
          <a:p>
            <a:r>
              <a:rPr kumimoji="0" lang="en-US" smtClean="0"/>
              <a:t>Click to edit Master title style</a:t>
            </a:r>
            <a:endParaRPr kumimoji="0" lang="en-US"/>
          </a:p>
        </p:txBody>
      </p:sp>
      <p:sp>
        <p:nvSpPr>
          <p:cNvPr id="8" name="Freeform 7"/>
          <p:cNvSpPr>
            <a:spLocks/>
          </p:cNvSpPr>
          <p:nvPr/>
        </p:nvSpPr>
        <p:spPr bwMode="auto">
          <a:xfrm>
            <a:off x="499273" y="5944936"/>
            <a:ext cx="4940624" cy="921076"/>
          </a:xfrm>
          <a:custGeom>
            <a:avLst>
              <a:gd name="A1" fmla="val 0"/>
              <a:gd name="A2" fmla="val 0"/>
              <a:gd name="A3" fmla="val 0"/>
              <a:gd name="A4" fmla="val 0"/>
              <a:gd name="A5" fmla="val 0"/>
              <a:gd name="A6" fmla="val 0"/>
              <a:gd name="A7" fmla="val 0"/>
              <a:gd name="A8" fmla="val 0"/>
            </a:avLst>
            <a:gdLst/>
            <a:ahLst/>
            <a:cxnLst>
              <a:cxn ang="0">
                <a:pos x="0" y="0"/>
              </a:cxn>
              <a:cxn ang="0">
                <a:pos x="5760" y="0"/>
              </a:cxn>
              <a:cxn ang="0">
                <a:pos x="5760" y="528"/>
              </a:cxn>
              <a:cxn ang="0">
                <a:pos x="48" y="0"/>
              </a:cxn>
            </a:cxnLst>
            <a:rect l="0" t="0" r="0" b="0"/>
            <a:pathLst>
              <a:path w="7485" h="337">
                <a:moveTo>
                  <a:pt x="0" y="2"/>
                </a:moveTo>
                <a:lnTo>
                  <a:pt x="7485" y="337"/>
                </a:lnTo>
                <a:lnTo>
                  <a:pt x="5558" y="337"/>
                </a:lnTo>
                <a:lnTo>
                  <a:pt x="1" y="0"/>
                </a:lnTo>
              </a:path>
            </a:pathLst>
          </a:custGeom>
          <a:solidFill>
            <a:schemeClr val="accent1">
              <a:tint val="65000"/>
              <a:satMod val="115000"/>
              <a:alpha val="40000"/>
            </a:schemeClr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anchor="t" compatLnSpc="1"/>
          <a:lstStyle>
            <a:extLst/>
          </a:lstStyle>
          <a:p>
            <a:endParaRPr kumimoji="0" lang="en-US"/>
          </a:p>
        </p:txBody>
      </p:sp>
      <p:sp>
        <p:nvSpPr>
          <p:cNvPr id="9" name="Freeform 8"/>
          <p:cNvSpPr>
            <a:spLocks/>
          </p:cNvSpPr>
          <p:nvPr/>
        </p:nvSpPr>
        <p:spPr bwMode="auto">
          <a:xfrm>
            <a:off x="485717" y="5939011"/>
            <a:ext cx="3690451" cy="933450"/>
          </a:xfrm>
          <a:custGeom>
            <a:avLst>
              <a:gd name="A1" fmla="val 0"/>
              <a:gd name="A2" fmla="val 0"/>
              <a:gd name="A3" fmla="val 0"/>
              <a:gd name="A4" fmla="val 0"/>
              <a:gd name="A5" fmla="val 0"/>
              <a:gd name="A6" fmla="val 0"/>
              <a:gd name="A7" fmla="val 0"/>
              <a:gd name="A8" fmla="val 0"/>
            </a:avLst>
            <a:gdLst/>
            <a:ahLst/>
            <a:cxnLst>
              <a:cxn ang="0">
                <a:pos x="0" y="0"/>
              </a:cxn>
              <a:cxn ang="0">
                <a:pos x="5760" y="0"/>
              </a:cxn>
              <a:cxn ang="0">
                <a:pos x="5760" y="528"/>
              </a:cxn>
              <a:cxn ang="0">
                <a:pos x="48" y="0"/>
              </a:cxn>
            </a:cxnLst>
            <a:rect l="0" t="0" r="0" b="0"/>
            <a:pathLst>
              <a:path w="5591" h="588">
                <a:moveTo>
                  <a:pt x="0" y="0"/>
                </a:moveTo>
                <a:lnTo>
                  <a:pt x="5591" y="585"/>
                </a:lnTo>
                <a:lnTo>
                  <a:pt x="4415" y="588"/>
                </a:lnTo>
                <a:lnTo>
                  <a:pt x="12" y="4"/>
                </a:lnTo>
              </a:path>
            </a:pathLst>
          </a:custGeom>
          <a:solidFill>
            <a:srgbClr val="000000">
              <a:alpha val="100000"/>
            </a:srgbClr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anchor="t" compatLnSpc="1"/>
          <a:lstStyle>
            <a:extLst/>
          </a:lstStyle>
          <a:p>
            <a:endParaRPr kumimoji="0" lang="en-US"/>
          </a:p>
        </p:txBody>
      </p:sp>
      <p:sp>
        <p:nvSpPr>
          <p:cNvPr id="10" name="Right Triangle 9"/>
          <p:cNvSpPr>
            <a:spLocks/>
          </p:cNvSpPr>
          <p:nvPr/>
        </p:nvSpPr>
        <p:spPr bwMode="auto">
          <a:xfrm>
            <a:off x="-6042" y="5791253"/>
            <a:ext cx="3402314" cy="1080868"/>
          </a:xfrm>
          <a:prstGeom prst="rtTriangle">
            <a:avLst/>
          </a:prstGeom>
          <a:blipFill>
            <a:blip r:embed="rId2">
              <a:alphaModFix amt="50000"/>
            </a:blip>
            <a:tile tx="0" ty="0" sx="50000" sy="50000" flip="none" algn="t"/>
          </a:blipFill>
          <a:ln w="12700" cap="rnd" cmpd="thickThin" algn="ctr">
            <a:noFill/>
            <a:prstDash val="solid"/>
          </a:ln>
          <a:effectLst>
            <a:fillOverlay blend="mult">
              <a:gradFill flip="none" rotWithShape="1">
                <a:gsLst>
                  <a:gs pos="0">
                    <a:schemeClr val="accent1">
                      <a:shade val="20000"/>
                      <a:satMod val="176000"/>
                      <a:alpha val="100000"/>
                    </a:schemeClr>
                  </a:gs>
                  <a:gs pos="18000">
                    <a:schemeClr val="accent1">
                      <a:shade val="48000"/>
                      <a:satMod val="153000"/>
                      <a:alpha val="100000"/>
                    </a:schemeClr>
                  </a:gs>
                  <a:gs pos="43000">
                    <a:schemeClr val="accent1">
                      <a:tint val="86000"/>
                      <a:satMod val="149000"/>
                      <a:alpha val="100000"/>
                    </a:schemeClr>
                  </a:gs>
                  <a:gs pos="45000">
                    <a:schemeClr val="accent1">
                      <a:tint val="85000"/>
                      <a:satMod val="150000"/>
                      <a:alpha val="100000"/>
                    </a:schemeClr>
                  </a:gs>
                  <a:gs pos="50000">
                    <a:schemeClr val="accent1">
                      <a:tint val="86000"/>
                      <a:satMod val="149000"/>
                      <a:alpha val="100000"/>
                    </a:schemeClr>
                  </a:gs>
                  <a:gs pos="79000">
                    <a:schemeClr val="accent1">
                      <a:shade val="53000"/>
                      <a:satMod val="150000"/>
                      <a:alpha val="100000"/>
                    </a:schemeClr>
                  </a:gs>
                  <a:gs pos="100000">
                    <a:schemeClr val="accent1">
                      <a:shade val="25000"/>
                      <a:satMod val="170000"/>
                      <a:alpha val="100000"/>
                    </a:schemeClr>
                  </a:gs>
                </a:gsLst>
                <a:lin ang="450000" scaled="1"/>
                <a:tileRect/>
              </a:gradFill>
            </a:fillOverlay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vert="horz" wrap="square" lIns="91440" tIns="45720" rIns="91440" bIns="45720" anchor="ctr" compatLnSpc="1"/>
          <a:lstStyle>
            <a:extLst/>
          </a:lstStyle>
          <a:p>
            <a:pPr algn="ctr" eaLnBrk="1" latinLnBrk="0" hangingPunct="1"/>
            <a:endParaRPr kumimoji="0" lang="en-US"/>
          </a:p>
        </p:txBody>
      </p:sp>
      <p:cxnSp>
        <p:nvCxnSpPr>
          <p:cNvPr id="11" name="Straight Connector 10"/>
          <p:cNvCxnSpPr/>
          <p:nvPr/>
        </p:nvCxnSpPr>
        <p:spPr>
          <a:xfrm>
            <a:off x="-9237" y="5787738"/>
            <a:ext cx="3405509" cy="1084383"/>
          </a:xfrm>
          <a:prstGeom prst="line">
            <a:avLst/>
          </a:prstGeom>
          <a:noFill/>
          <a:ln w="12065" cap="flat" cmpd="sng" algn="ctr">
            <a:gradFill>
              <a:gsLst>
                <a:gs pos="45000">
                  <a:schemeClr val="accent1">
                    <a:tint val="70000"/>
                    <a:satMod val="110000"/>
                  </a:schemeClr>
                </a:gs>
                <a:gs pos="15000">
                  <a:schemeClr val="accent1">
                    <a:shade val="40000"/>
                    <a:satMod val="110000"/>
                  </a:schemeClr>
                </a:gs>
              </a:gsLst>
              <a:lin ang="5400000" scaled="1"/>
            </a:gradFill>
            <a:prstDash val="solid"/>
            <a:miter lim="800000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Chevron 11"/>
          <p:cNvSpPr/>
          <p:nvPr/>
        </p:nvSpPr>
        <p:spPr>
          <a:xfrm>
            <a:off x="8664112" y="4988440"/>
            <a:ext cx="182880" cy="228600"/>
          </a:xfrm>
          <a:prstGeom prst="chevron">
            <a:avLst>
              <a:gd name="adj" fmla="val 50000"/>
            </a:avLst>
          </a:prstGeom>
          <a:gradFill flip="none" rotWithShape="1">
            <a:gsLst>
              <a:gs pos="0">
                <a:schemeClr val="accent1">
                  <a:shade val="60000"/>
                  <a:satMod val="125000"/>
                </a:schemeClr>
              </a:gs>
              <a:gs pos="72000">
                <a:schemeClr val="accent1">
                  <a:tint val="90000"/>
                  <a:satMod val="138000"/>
                </a:schemeClr>
              </a:gs>
              <a:gs pos="100000">
                <a:schemeClr val="accent1">
                  <a:tint val="76000"/>
                  <a:satMod val="136000"/>
                </a:schemeClr>
              </a:gs>
            </a:gsLst>
            <a:lin ang="16200000" scaled="0"/>
          </a:gradFill>
          <a:ln w="3175" cap="rnd" cmpd="sng" algn="ctr">
            <a:solidFill>
              <a:schemeClr val="accent1">
                <a:shade val="50000"/>
              </a:schemeClr>
            </a:solidFill>
            <a:prstDash val="solid"/>
          </a:ln>
          <a:effectLst>
            <a:outerShdw blurRad="50800" dist="25400" dir="5400000">
              <a:srgbClr val="000000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>
            <a:extLst/>
          </a:lstStyle>
          <a:p>
            <a:pPr algn="l" eaLnBrk="1" latinLnBrk="0" hangingPunct="1"/>
            <a:endParaRPr kumimoji="0" lang="en-US"/>
          </a:p>
        </p:txBody>
      </p:sp>
      <p:sp>
        <p:nvSpPr>
          <p:cNvPr id="13" name="Chevron 12"/>
          <p:cNvSpPr/>
          <p:nvPr/>
        </p:nvSpPr>
        <p:spPr>
          <a:xfrm>
            <a:off x="8477696" y="4988440"/>
            <a:ext cx="182880" cy="228600"/>
          </a:xfrm>
          <a:prstGeom prst="chevron">
            <a:avLst>
              <a:gd name="adj" fmla="val 50000"/>
            </a:avLst>
          </a:prstGeom>
          <a:gradFill flip="none" rotWithShape="1">
            <a:gsLst>
              <a:gs pos="0">
                <a:schemeClr val="accent1">
                  <a:shade val="60000"/>
                  <a:satMod val="125000"/>
                </a:schemeClr>
              </a:gs>
              <a:gs pos="72000">
                <a:schemeClr val="accent1">
                  <a:tint val="90000"/>
                  <a:satMod val="138000"/>
                </a:schemeClr>
              </a:gs>
              <a:gs pos="100000">
                <a:schemeClr val="accent1">
                  <a:tint val="76000"/>
                  <a:satMod val="136000"/>
                </a:schemeClr>
              </a:gs>
            </a:gsLst>
            <a:lin ang="16200000" scaled="0"/>
          </a:gradFill>
          <a:ln w="3175" cap="rnd" cmpd="sng" algn="ctr">
            <a:solidFill>
              <a:schemeClr val="accent1">
                <a:shade val="50000"/>
              </a:schemeClr>
            </a:solidFill>
            <a:prstDash val="solid"/>
          </a:ln>
          <a:effectLst>
            <a:outerShdw blurRad="50800" dist="25400" dir="5400000">
              <a:srgbClr val="000000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>
            <a:extLst/>
          </a:lstStyle>
          <a:p>
            <a:pPr algn="l" eaLnBrk="1" latinLnBrk="0" hangingPunct="1"/>
            <a:endParaRPr kumimoji="0" lang="en-US"/>
          </a:p>
        </p:txBody>
      </p:sp>
    </p:spTree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extLst/>
          </a:lstStyle>
          <a:p>
            <a:r>
              <a:rPr kumimoji="0" lang="en-US" smtClean="0"/>
              <a:t>Click to edit Master title style</a:t>
            </a:r>
            <a:endParaRPr kumimoji="0"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1481329"/>
            <a:ext cx="8229600" cy="4386071"/>
          </a:xfrm>
        </p:spPr>
        <p:txBody>
          <a:bodyPr vert="eaVert"/>
          <a:lstStyle>
            <a:extLst/>
          </a:lstStyle>
          <a:p>
            <a:pPr lvl="0" eaLnBrk="1" latinLnBrk="0" hangingPunct="1"/>
            <a:r>
              <a:rPr lang="en-US" smtClean="0"/>
              <a:t>Click to edit Master text styles</a:t>
            </a:r>
          </a:p>
          <a:p>
            <a:pPr lvl="1" eaLnBrk="1" latinLnBrk="0" hangingPunct="1"/>
            <a:r>
              <a:rPr lang="en-US" smtClean="0"/>
              <a:t>Second level</a:t>
            </a:r>
          </a:p>
          <a:p>
            <a:pPr lvl="2" eaLnBrk="1" latinLnBrk="0" hangingPunct="1"/>
            <a:r>
              <a:rPr lang="en-US" smtClean="0"/>
              <a:t>Third level</a:t>
            </a:r>
          </a:p>
          <a:p>
            <a:pPr lvl="3" eaLnBrk="1" latinLnBrk="0" hangingPunct="1"/>
            <a:r>
              <a:rPr lang="en-US" smtClean="0"/>
              <a:t>Fourth level</a:t>
            </a:r>
          </a:p>
          <a:p>
            <a:pPr lvl="4" eaLnBrk="1" latinLnBrk="0" hangingPunct="1"/>
            <a:r>
              <a:rPr lang="en-US" smtClean="0"/>
              <a:t>Fifth level</a:t>
            </a:r>
            <a:endParaRPr kumimoji="0"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extLst/>
          </a:lstStyle>
          <a:p>
            <a:fld id="{E3E41CE0-EB9C-4B31-9749-09A6AB903B5A}" type="datetimeFigureOut">
              <a:rPr lang="en-US" smtClean="0"/>
              <a:t>3/20/2013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extLst/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extLst/>
          </a:lstStyle>
          <a:p>
            <a:fld id="{0961E62A-5689-4EFB-AE30-BA263A490589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844013" y="274640"/>
            <a:ext cx="1777470" cy="5592761"/>
          </a:xfrm>
        </p:spPr>
        <p:txBody>
          <a:bodyPr vert="eaVert"/>
          <a:lstStyle>
            <a:extLst/>
          </a:lstStyle>
          <a:p>
            <a:r>
              <a:rPr kumimoji="0" lang="en-US" smtClean="0"/>
              <a:t>Click to edit Master title style</a:t>
            </a:r>
            <a:endParaRPr kumimoji="0"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41"/>
            <a:ext cx="6324600" cy="5592760"/>
          </a:xfrm>
        </p:spPr>
        <p:txBody>
          <a:bodyPr vert="eaVert"/>
          <a:lstStyle>
            <a:extLst/>
          </a:lstStyle>
          <a:p>
            <a:pPr lvl="0" eaLnBrk="1" latinLnBrk="0" hangingPunct="1"/>
            <a:r>
              <a:rPr lang="en-US" smtClean="0"/>
              <a:t>Click to edit Master text styles</a:t>
            </a:r>
          </a:p>
          <a:p>
            <a:pPr lvl="1" eaLnBrk="1" latinLnBrk="0" hangingPunct="1"/>
            <a:r>
              <a:rPr lang="en-US" smtClean="0"/>
              <a:t>Second level</a:t>
            </a:r>
          </a:p>
          <a:p>
            <a:pPr lvl="2" eaLnBrk="1" latinLnBrk="0" hangingPunct="1"/>
            <a:r>
              <a:rPr lang="en-US" smtClean="0"/>
              <a:t>Third level</a:t>
            </a:r>
          </a:p>
          <a:p>
            <a:pPr lvl="3" eaLnBrk="1" latinLnBrk="0" hangingPunct="1"/>
            <a:r>
              <a:rPr lang="en-US" smtClean="0"/>
              <a:t>Fourth level</a:t>
            </a:r>
          </a:p>
          <a:p>
            <a:pPr lvl="4" eaLnBrk="1" latinLnBrk="0" hangingPunct="1"/>
            <a:r>
              <a:rPr lang="en-US" smtClean="0"/>
              <a:t>Fifth level</a:t>
            </a:r>
            <a:endParaRPr kumimoji="0"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extLst/>
          </a:lstStyle>
          <a:p>
            <a:fld id="{E3E41CE0-EB9C-4B31-9749-09A6AB903B5A}" type="datetimeFigureOut">
              <a:rPr lang="en-US" smtClean="0"/>
              <a:t>3/20/2013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extLst/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extLst/>
          </a:lstStyle>
          <a:p>
            <a:fld id="{0961E62A-5689-4EFB-AE30-BA263A490589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jpe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Freeform 12"/>
          <p:cNvSpPr>
            <a:spLocks/>
          </p:cNvSpPr>
          <p:nvPr/>
        </p:nvSpPr>
        <p:spPr bwMode="auto">
          <a:xfrm>
            <a:off x="499273" y="5944936"/>
            <a:ext cx="4940624" cy="921076"/>
          </a:xfrm>
          <a:custGeom>
            <a:avLst>
              <a:gd name="A1" fmla="val 0"/>
              <a:gd name="A2" fmla="val 0"/>
              <a:gd name="A3" fmla="val 0"/>
              <a:gd name="A4" fmla="val 0"/>
              <a:gd name="A5" fmla="val 0"/>
              <a:gd name="A6" fmla="val 0"/>
              <a:gd name="A7" fmla="val 0"/>
              <a:gd name="A8" fmla="val 0"/>
            </a:avLst>
            <a:gdLst/>
            <a:ahLst/>
            <a:cxnLst>
              <a:cxn ang="0">
                <a:pos x="0" y="0"/>
              </a:cxn>
              <a:cxn ang="0">
                <a:pos x="5760" y="0"/>
              </a:cxn>
              <a:cxn ang="0">
                <a:pos x="5760" y="528"/>
              </a:cxn>
              <a:cxn ang="0">
                <a:pos x="48" y="0"/>
              </a:cxn>
            </a:cxnLst>
            <a:rect l="0" t="0" r="0" b="0"/>
            <a:pathLst>
              <a:path w="7485" h="337">
                <a:moveTo>
                  <a:pt x="0" y="2"/>
                </a:moveTo>
                <a:lnTo>
                  <a:pt x="7485" y="337"/>
                </a:lnTo>
                <a:lnTo>
                  <a:pt x="5558" y="337"/>
                </a:lnTo>
                <a:lnTo>
                  <a:pt x="1" y="0"/>
                </a:lnTo>
              </a:path>
            </a:pathLst>
          </a:custGeom>
          <a:solidFill>
            <a:schemeClr val="accent1">
              <a:tint val="65000"/>
              <a:satMod val="115000"/>
              <a:alpha val="40000"/>
            </a:schemeClr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anchor="t" compatLnSpc="1"/>
          <a:lstStyle>
            <a:extLst/>
          </a:lstStyle>
          <a:p>
            <a:endParaRPr kumimoji="0" lang="en-US"/>
          </a:p>
        </p:txBody>
      </p:sp>
      <p:sp>
        <p:nvSpPr>
          <p:cNvPr id="12" name="Freeform 11"/>
          <p:cNvSpPr>
            <a:spLocks/>
          </p:cNvSpPr>
          <p:nvPr/>
        </p:nvSpPr>
        <p:spPr bwMode="auto">
          <a:xfrm>
            <a:off x="485717" y="5939011"/>
            <a:ext cx="3690451" cy="933450"/>
          </a:xfrm>
          <a:custGeom>
            <a:avLst>
              <a:gd name="A1" fmla="val 0"/>
              <a:gd name="A2" fmla="val 0"/>
              <a:gd name="A3" fmla="val 0"/>
              <a:gd name="A4" fmla="val 0"/>
              <a:gd name="A5" fmla="val 0"/>
              <a:gd name="A6" fmla="val 0"/>
              <a:gd name="A7" fmla="val 0"/>
              <a:gd name="A8" fmla="val 0"/>
            </a:avLst>
            <a:gdLst/>
            <a:ahLst/>
            <a:cxnLst>
              <a:cxn ang="0">
                <a:pos x="0" y="0"/>
              </a:cxn>
              <a:cxn ang="0">
                <a:pos x="5760" y="0"/>
              </a:cxn>
              <a:cxn ang="0">
                <a:pos x="5760" y="528"/>
              </a:cxn>
              <a:cxn ang="0">
                <a:pos x="48" y="0"/>
              </a:cxn>
            </a:cxnLst>
            <a:rect l="0" t="0" r="0" b="0"/>
            <a:pathLst>
              <a:path w="5591" h="588">
                <a:moveTo>
                  <a:pt x="0" y="0"/>
                </a:moveTo>
                <a:lnTo>
                  <a:pt x="5591" y="585"/>
                </a:lnTo>
                <a:lnTo>
                  <a:pt x="4415" y="588"/>
                </a:lnTo>
                <a:lnTo>
                  <a:pt x="12" y="4"/>
                </a:lnTo>
              </a:path>
            </a:pathLst>
          </a:custGeom>
          <a:solidFill>
            <a:srgbClr val="000000">
              <a:alpha val="100000"/>
            </a:srgbClr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anchor="t" compatLnSpc="1"/>
          <a:lstStyle>
            <a:extLst/>
          </a:lstStyle>
          <a:p>
            <a:endParaRPr kumimoji="0" lang="en-US"/>
          </a:p>
        </p:txBody>
      </p:sp>
      <p:sp>
        <p:nvSpPr>
          <p:cNvPr id="14" name="Right Triangle 13"/>
          <p:cNvSpPr>
            <a:spLocks/>
          </p:cNvSpPr>
          <p:nvPr/>
        </p:nvSpPr>
        <p:spPr bwMode="auto">
          <a:xfrm>
            <a:off x="-6042" y="5791253"/>
            <a:ext cx="3402314" cy="1080868"/>
          </a:xfrm>
          <a:prstGeom prst="rtTriangle">
            <a:avLst/>
          </a:prstGeom>
          <a:blipFill>
            <a:blip r:embed="rId13">
              <a:alphaModFix amt="50000"/>
            </a:blip>
            <a:tile tx="0" ty="0" sx="50000" sy="50000" flip="none" algn="t"/>
          </a:blipFill>
          <a:ln w="12700" cap="rnd" cmpd="thickThin" algn="ctr">
            <a:noFill/>
            <a:prstDash val="solid"/>
          </a:ln>
          <a:effectLst>
            <a:fillOverlay blend="mult">
              <a:gradFill flip="none" rotWithShape="1">
                <a:gsLst>
                  <a:gs pos="0">
                    <a:schemeClr val="accent1">
                      <a:shade val="20000"/>
                      <a:satMod val="176000"/>
                      <a:alpha val="100000"/>
                    </a:schemeClr>
                  </a:gs>
                  <a:gs pos="18000">
                    <a:schemeClr val="accent1">
                      <a:shade val="48000"/>
                      <a:satMod val="153000"/>
                      <a:alpha val="100000"/>
                    </a:schemeClr>
                  </a:gs>
                  <a:gs pos="43000">
                    <a:schemeClr val="accent1">
                      <a:tint val="86000"/>
                      <a:satMod val="149000"/>
                      <a:alpha val="100000"/>
                    </a:schemeClr>
                  </a:gs>
                  <a:gs pos="45000">
                    <a:schemeClr val="accent1">
                      <a:tint val="85000"/>
                      <a:satMod val="150000"/>
                      <a:alpha val="100000"/>
                    </a:schemeClr>
                  </a:gs>
                  <a:gs pos="50000">
                    <a:schemeClr val="accent1">
                      <a:tint val="86000"/>
                      <a:satMod val="149000"/>
                      <a:alpha val="100000"/>
                    </a:schemeClr>
                  </a:gs>
                  <a:gs pos="79000">
                    <a:schemeClr val="accent1">
                      <a:shade val="53000"/>
                      <a:satMod val="150000"/>
                      <a:alpha val="100000"/>
                    </a:schemeClr>
                  </a:gs>
                  <a:gs pos="100000">
                    <a:schemeClr val="accent1">
                      <a:shade val="25000"/>
                      <a:satMod val="170000"/>
                      <a:alpha val="100000"/>
                    </a:schemeClr>
                  </a:gs>
                </a:gsLst>
                <a:lin ang="450000" scaled="1"/>
                <a:tileRect/>
              </a:gradFill>
            </a:fillOverlay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vert="horz" wrap="square" lIns="91440" tIns="45720" rIns="91440" bIns="45720" anchor="ctr" compatLnSpc="1"/>
          <a:lstStyle>
            <a:extLst/>
          </a:lstStyle>
          <a:p>
            <a:pPr algn="ctr" eaLnBrk="1" latinLnBrk="0" hangingPunct="1"/>
            <a:endParaRPr kumimoji="0" lang="en-US"/>
          </a:p>
        </p:txBody>
      </p:sp>
      <p:cxnSp>
        <p:nvCxnSpPr>
          <p:cNvPr id="15" name="Straight Connector 14"/>
          <p:cNvCxnSpPr/>
          <p:nvPr/>
        </p:nvCxnSpPr>
        <p:spPr>
          <a:xfrm>
            <a:off x="-9237" y="5787738"/>
            <a:ext cx="3405509" cy="1084383"/>
          </a:xfrm>
          <a:prstGeom prst="line">
            <a:avLst/>
          </a:prstGeom>
          <a:noFill/>
          <a:ln w="12065" cap="flat" cmpd="sng" algn="ctr">
            <a:gradFill>
              <a:gsLst>
                <a:gs pos="45000">
                  <a:schemeClr val="accent1">
                    <a:tint val="70000"/>
                    <a:satMod val="110000"/>
                  </a:schemeClr>
                </a:gs>
                <a:gs pos="15000">
                  <a:schemeClr val="accent1">
                    <a:shade val="40000"/>
                    <a:satMod val="110000"/>
                  </a:schemeClr>
                </a:gs>
              </a:gsLst>
              <a:lin ang="5400000" scaled="1"/>
            </a:gradFill>
            <a:prstDash val="solid"/>
            <a:miter lim="800000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itle Placeholder 8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anchor="ctr">
            <a:normAutofit/>
            <a:scene3d>
              <a:camera prst="orthographicFront"/>
              <a:lightRig rig="soft" dir="t"/>
            </a:scene3d>
            <a:sp3d prstMaterial="softEdge">
              <a:bevelT w="25400" h="25400"/>
            </a:sp3d>
          </a:bodyPr>
          <a:lstStyle>
            <a:extLst/>
          </a:lstStyle>
          <a:p>
            <a:r>
              <a:rPr kumimoji="0" lang="en-US" smtClean="0"/>
              <a:t>Click to edit Master title style</a:t>
            </a:r>
            <a:endParaRPr kumimoji="0" lang="en-US"/>
          </a:p>
        </p:txBody>
      </p:sp>
      <p:sp>
        <p:nvSpPr>
          <p:cNvPr id="30" name="Text Placeholder 29"/>
          <p:cNvSpPr>
            <a:spLocks noGrp="1"/>
          </p:cNvSpPr>
          <p:nvPr>
            <p:ph type="body" idx="1"/>
          </p:nvPr>
        </p:nvSpPr>
        <p:spPr>
          <a:xfrm>
            <a:off x="457200" y="1481328"/>
            <a:ext cx="8229600" cy="4525963"/>
          </a:xfrm>
          <a:prstGeom prst="rect">
            <a:avLst/>
          </a:prstGeom>
        </p:spPr>
        <p:txBody>
          <a:bodyPr vert="horz">
            <a:normAutofit/>
          </a:bodyPr>
          <a:lstStyle>
            <a:extLst/>
          </a:lstStyle>
          <a:p>
            <a:pPr lvl="0" eaLnBrk="1" latinLnBrk="0" hangingPunct="1"/>
            <a:r>
              <a:rPr kumimoji="0" lang="en-US" smtClean="0"/>
              <a:t>Click to edit Master text styles</a:t>
            </a:r>
          </a:p>
          <a:p>
            <a:pPr lvl="1" eaLnBrk="1" latinLnBrk="0" hangingPunct="1"/>
            <a:r>
              <a:rPr kumimoji="0" lang="en-US" smtClean="0"/>
              <a:t>Second level</a:t>
            </a:r>
          </a:p>
          <a:p>
            <a:pPr lvl="2" eaLnBrk="1" latinLnBrk="0" hangingPunct="1"/>
            <a:r>
              <a:rPr kumimoji="0" lang="en-US" smtClean="0"/>
              <a:t>Third level</a:t>
            </a:r>
          </a:p>
          <a:p>
            <a:pPr lvl="3" eaLnBrk="1" latinLnBrk="0" hangingPunct="1"/>
            <a:r>
              <a:rPr kumimoji="0" lang="en-US" smtClean="0"/>
              <a:t>Fourth level</a:t>
            </a:r>
          </a:p>
          <a:p>
            <a:pPr lvl="4" eaLnBrk="1" latinLnBrk="0" hangingPunct="1"/>
            <a:r>
              <a:rPr kumimoji="0" lang="en-US" smtClean="0"/>
              <a:t>Fifth level</a:t>
            </a:r>
            <a:endParaRPr kumimoji="0" lang="en-US"/>
          </a:p>
        </p:txBody>
      </p:sp>
      <p:sp>
        <p:nvSpPr>
          <p:cNvPr id="10" name="Date Placeholder 9"/>
          <p:cNvSpPr>
            <a:spLocks noGrp="1"/>
          </p:cNvSpPr>
          <p:nvPr>
            <p:ph type="dt" sz="half" idx="2"/>
          </p:nvPr>
        </p:nvSpPr>
        <p:spPr>
          <a:xfrm>
            <a:off x="6727032" y="6407944"/>
            <a:ext cx="1920240" cy="365760"/>
          </a:xfrm>
          <a:prstGeom prst="rect">
            <a:avLst/>
          </a:prstGeom>
        </p:spPr>
        <p:txBody>
          <a:bodyPr vert="horz" anchor="b"/>
          <a:lstStyle>
            <a:lvl1pPr algn="l" eaLnBrk="1" latinLnBrk="0" hangingPunct="1">
              <a:defRPr kumimoji="0" sz="1000">
                <a:solidFill>
                  <a:schemeClr val="tx1"/>
                </a:solidFill>
              </a:defRPr>
            </a:lvl1pPr>
            <a:extLst/>
          </a:lstStyle>
          <a:p>
            <a:fld id="{E3E41CE0-EB9C-4B31-9749-09A6AB903B5A}" type="datetimeFigureOut">
              <a:rPr lang="en-US" smtClean="0"/>
              <a:t>3/20/2013</a:t>
            </a:fld>
            <a:endParaRPr lang="en-US"/>
          </a:p>
        </p:txBody>
      </p:sp>
      <p:sp>
        <p:nvSpPr>
          <p:cNvPr id="22" name="Footer Placeholder 21"/>
          <p:cNvSpPr>
            <a:spLocks noGrp="1"/>
          </p:cNvSpPr>
          <p:nvPr>
            <p:ph type="ftr" sz="quarter" idx="3"/>
          </p:nvPr>
        </p:nvSpPr>
        <p:spPr>
          <a:xfrm>
            <a:off x="4380072" y="6407944"/>
            <a:ext cx="2350681" cy="365125"/>
          </a:xfrm>
          <a:prstGeom prst="rect">
            <a:avLst/>
          </a:prstGeom>
        </p:spPr>
        <p:txBody>
          <a:bodyPr vert="horz" anchor="b"/>
          <a:lstStyle>
            <a:lvl1pPr algn="r" eaLnBrk="1" latinLnBrk="0" hangingPunct="1">
              <a:defRPr kumimoji="0" sz="1000">
                <a:solidFill>
                  <a:schemeClr val="tx1"/>
                </a:solidFill>
              </a:defRPr>
            </a:lvl1pPr>
            <a:extLst/>
          </a:lstStyle>
          <a:p>
            <a:endParaRPr lang="en-US"/>
          </a:p>
        </p:txBody>
      </p:sp>
      <p:sp>
        <p:nvSpPr>
          <p:cNvPr id="18" name="Slide Number Placeholder 17"/>
          <p:cNvSpPr>
            <a:spLocks noGrp="1"/>
          </p:cNvSpPr>
          <p:nvPr>
            <p:ph type="sldNum" sz="quarter" idx="4"/>
          </p:nvPr>
        </p:nvSpPr>
        <p:spPr>
          <a:xfrm>
            <a:off x="8647272" y="6407944"/>
            <a:ext cx="365760" cy="365125"/>
          </a:xfrm>
          <a:prstGeom prst="rect">
            <a:avLst/>
          </a:prstGeom>
        </p:spPr>
        <p:txBody>
          <a:bodyPr vert="horz" anchor="b"/>
          <a:lstStyle>
            <a:lvl1pPr algn="r" eaLnBrk="1" latinLnBrk="0" hangingPunct="1">
              <a:defRPr kumimoji="0" sz="1000" b="0">
                <a:solidFill>
                  <a:schemeClr val="tx1"/>
                </a:solidFill>
              </a:defRPr>
            </a:lvl1pPr>
            <a:extLst/>
          </a:lstStyle>
          <a:p>
            <a:fld id="{0961E62A-5689-4EFB-AE30-BA263A490589}" type="slidenum">
              <a:rPr lang="en-US" smtClean="0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rtl="0" eaLnBrk="1" latinLnBrk="0" hangingPunct="1">
        <a:spcBef>
          <a:spcPct val="0"/>
        </a:spcBef>
        <a:buNone/>
        <a:defRPr kumimoji="0" sz="4100" b="1" kern="1200">
          <a:solidFill>
            <a:schemeClr val="tx2"/>
          </a:solidFill>
          <a:effectLst>
            <a:outerShdw blurRad="31750" dist="25400" dir="5400000" algn="tl" rotWithShape="0">
              <a:srgbClr val="000000">
                <a:alpha val="25000"/>
              </a:srgbClr>
            </a:outerShdw>
          </a:effectLst>
          <a:latin typeface="+mj-lt"/>
          <a:ea typeface="+mj-ea"/>
          <a:cs typeface="+mj-cs"/>
        </a:defRPr>
      </a:lvl1pPr>
      <a:extLst/>
    </p:titleStyle>
    <p:bodyStyle>
      <a:lvl1pPr marL="365760" indent="-256032" algn="l" rtl="0" eaLnBrk="1" latinLnBrk="0" hangingPunct="1">
        <a:spcBef>
          <a:spcPts val="400"/>
        </a:spcBef>
        <a:spcAft>
          <a:spcPts val="0"/>
        </a:spcAft>
        <a:buClr>
          <a:schemeClr val="accent1"/>
        </a:buClr>
        <a:buSzPct val="68000"/>
        <a:buFont typeface="Wingdings 3"/>
        <a:buChar char=""/>
        <a:defRPr kumimoji="0" sz="2700" kern="1200">
          <a:solidFill>
            <a:schemeClr val="tx1"/>
          </a:solidFill>
          <a:latin typeface="+mn-lt"/>
          <a:ea typeface="+mn-ea"/>
          <a:cs typeface="+mn-cs"/>
        </a:defRPr>
      </a:lvl1pPr>
      <a:lvl2pPr marL="621792" indent="-228600" algn="l" rtl="0" eaLnBrk="1" latinLnBrk="0" hangingPunct="1">
        <a:spcBef>
          <a:spcPts val="324"/>
        </a:spcBef>
        <a:buClr>
          <a:schemeClr val="accent1"/>
        </a:buClr>
        <a:buFont typeface="Verdana"/>
        <a:buChar char="◦"/>
        <a:defRPr kumimoji="0" sz="2300" kern="1200">
          <a:solidFill>
            <a:schemeClr val="tx1"/>
          </a:solidFill>
          <a:latin typeface="+mn-lt"/>
          <a:ea typeface="+mn-ea"/>
          <a:cs typeface="+mn-cs"/>
        </a:defRPr>
      </a:lvl2pPr>
      <a:lvl3pPr marL="859536" indent="-228600" algn="l" rtl="0" eaLnBrk="1" latinLnBrk="0" hangingPunct="1">
        <a:spcBef>
          <a:spcPts val="350"/>
        </a:spcBef>
        <a:buClr>
          <a:schemeClr val="accent2"/>
        </a:buClr>
        <a:buSzPct val="100000"/>
        <a:buFont typeface="Wingdings 2"/>
        <a:buChar char=""/>
        <a:defRPr kumimoji="0" sz="2100" kern="1200">
          <a:solidFill>
            <a:schemeClr val="tx1"/>
          </a:solidFill>
          <a:latin typeface="+mn-lt"/>
          <a:ea typeface="+mn-ea"/>
          <a:cs typeface="+mn-cs"/>
        </a:defRPr>
      </a:lvl3pPr>
      <a:lvl4pPr marL="1143000" indent="-228600" algn="l" rtl="0" eaLnBrk="1" latinLnBrk="0" hangingPunct="1">
        <a:spcBef>
          <a:spcPts val="350"/>
        </a:spcBef>
        <a:buClr>
          <a:schemeClr val="accent2"/>
        </a:buClr>
        <a:buFont typeface="Wingdings 2"/>
        <a:buChar char=""/>
        <a:defRPr kumimoji="0" sz="190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indent="-228600" algn="l" rtl="0" eaLnBrk="1" latinLnBrk="0" hangingPunct="1">
        <a:spcBef>
          <a:spcPts val="350"/>
        </a:spcBef>
        <a:buClr>
          <a:schemeClr val="accent2"/>
        </a:buClr>
        <a:buFont typeface="Wingdings 2"/>
        <a:buChar char=""/>
        <a:defRPr kumimoji="0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1600200" indent="-228600" algn="l" rtl="0" eaLnBrk="1" latinLnBrk="0" hangingPunct="1">
        <a:spcBef>
          <a:spcPts val="350"/>
        </a:spcBef>
        <a:buClr>
          <a:schemeClr val="accent3"/>
        </a:buClr>
        <a:buFont typeface="Wingdings 2"/>
        <a:buChar char=""/>
        <a:defRPr kumimoji="0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1828800" indent="-228600" algn="l" rtl="0" eaLnBrk="1" latinLnBrk="0" hangingPunct="1">
        <a:spcBef>
          <a:spcPts val="350"/>
        </a:spcBef>
        <a:buClr>
          <a:schemeClr val="accent3"/>
        </a:buClr>
        <a:buFont typeface="Wingdings 2"/>
        <a:buChar char=""/>
        <a:defRPr kumimoji="0" sz="1600" kern="1200">
          <a:solidFill>
            <a:schemeClr val="tx1"/>
          </a:solidFill>
          <a:latin typeface="+mn-lt"/>
          <a:ea typeface="+mn-ea"/>
          <a:cs typeface="+mn-cs"/>
        </a:defRPr>
      </a:lvl7pPr>
      <a:lvl8pPr marL="2057400" indent="-228600" algn="l" rtl="0" eaLnBrk="1" latinLnBrk="0" hangingPunct="1">
        <a:spcBef>
          <a:spcPts val="350"/>
        </a:spcBef>
        <a:buClr>
          <a:schemeClr val="accent3"/>
        </a:buClr>
        <a:buFont typeface="Wingdings 2"/>
        <a:buChar char=""/>
        <a:defRPr kumimoji="0" sz="1600" kern="1200">
          <a:solidFill>
            <a:schemeClr val="tx1"/>
          </a:solidFill>
          <a:latin typeface="+mn-lt"/>
          <a:ea typeface="+mn-ea"/>
          <a:cs typeface="+mn-cs"/>
        </a:defRPr>
      </a:lvl8pPr>
      <a:lvl9pPr marL="2286000" indent="-228600" algn="l" rtl="0" eaLnBrk="1" latinLnBrk="0" hangingPunct="1">
        <a:spcBef>
          <a:spcPts val="350"/>
        </a:spcBef>
        <a:buClr>
          <a:schemeClr val="accent3"/>
        </a:buClr>
        <a:buFont typeface="Wingdings 2"/>
        <a:buChar char=""/>
        <a:defRPr kumimoji="0" sz="1600" kern="1200" baseline="0">
          <a:solidFill>
            <a:schemeClr val="tx1"/>
          </a:solidFill>
          <a:latin typeface="+mn-lt"/>
          <a:ea typeface="+mn-ea"/>
          <a:cs typeface="+mn-cs"/>
        </a:defRPr>
      </a:lvl9pPr>
      <a:extLst/>
    </p:bodyStyle>
    <p:otherStyle>
      <a:lvl1pPr marL="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9pPr>
      <a:extLst/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 smtClean="0"/>
              <a:t>Set Top Box Multiplayer Framework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>
            <a:normAutofit lnSpcReduction="10000"/>
          </a:bodyPr>
          <a:lstStyle/>
          <a:p>
            <a:pPr lvl="0">
              <a:buClr>
                <a:srgbClr val="2DA2BF"/>
              </a:buClr>
            </a:pPr>
            <a:r>
              <a:rPr lang="en-US" dirty="0">
                <a:solidFill>
                  <a:srgbClr val="464646"/>
                </a:solidFill>
              </a:rPr>
              <a:t>Team: Plugged-In</a:t>
            </a:r>
          </a:p>
          <a:p>
            <a:pPr lvl="0">
              <a:buClr>
                <a:srgbClr val="2DA2BF"/>
              </a:buClr>
            </a:pPr>
            <a:r>
              <a:rPr lang="en-US" sz="2000" dirty="0">
                <a:solidFill>
                  <a:srgbClr val="464646"/>
                </a:solidFill>
              </a:rPr>
              <a:t>Marshall Gaucher, David Jarman, Kevin Worner</a:t>
            </a:r>
          </a:p>
          <a:p>
            <a:pPr lvl="0">
              <a:buClr>
                <a:srgbClr val="2DA2BF"/>
              </a:buClr>
            </a:pPr>
            <a:r>
              <a:rPr lang="en-US" sz="2000" dirty="0">
                <a:solidFill>
                  <a:srgbClr val="464646"/>
                </a:solidFill>
              </a:rPr>
              <a:t>Sponsored by: Innovative Systems, L.L.C</a:t>
            </a:r>
          </a:p>
        </p:txBody>
      </p:sp>
    </p:spTree>
    <p:extLst>
      <p:ext uri="{BB962C8B-B14F-4D97-AF65-F5344CB8AC3E}">
        <p14:creationId xmlns:p14="http://schemas.microsoft.com/office/powerpoint/2010/main" val="263279911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2"/>
          <p:cNvSpPr>
            <a:spLocks noGrp="1"/>
          </p:cNvSpPr>
          <p:nvPr>
            <p:ph idx="1"/>
          </p:nvPr>
        </p:nvSpPr>
        <p:spPr>
          <a:xfrm>
            <a:off x="457200" y="1481328"/>
            <a:ext cx="8229600" cy="4525963"/>
          </a:xfrm>
        </p:spPr>
        <p:txBody>
          <a:bodyPr>
            <a:normAutofit/>
          </a:bodyPr>
          <a:lstStyle/>
          <a:p>
            <a:r>
              <a:rPr lang="en-US" sz="2800" dirty="0" smtClean="0"/>
              <a:t>Innovative Systems</a:t>
            </a:r>
          </a:p>
          <a:p>
            <a:pPr lvl="1"/>
            <a:r>
              <a:rPr lang="en-US" sz="2400" dirty="0"/>
              <a:t>P</a:t>
            </a:r>
            <a:r>
              <a:rPr lang="en-US" sz="2400" dirty="0" smtClean="0"/>
              <a:t>rovides integrated solutions for the independent telecommunications industry.</a:t>
            </a:r>
          </a:p>
          <a:p>
            <a:r>
              <a:rPr lang="en-US" sz="2800" dirty="0" smtClean="0"/>
              <a:t>APMAX</a:t>
            </a:r>
          </a:p>
          <a:p>
            <a:pPr lvl="1"/>
            <a:r>
              <a:rPr lang="en-US" sz="2400" dirty="0"/>
              <a:t>Application </a:t>
            </a:r>
            <a:r>
              <a:rPr lang="en-US" sz="2400" dirty="0" smtClean="0"/>
              <a:t>Server providing services such as:</a:t>
            </a:r>
          </a:p>
          <a:p>
            <a:pPr lvl="2"/>
            <a:r>
              <a:rPr lang="en-US" sz="2000" dirty="0" smtClean="0"/>
              <a:t>IPTV Video Solutions</a:t>
            </a:r>
          </a:p>
          <a:p>
            <a:pPr lvl="2"/>
            <a:r>
              <a:rPr lang="en-US" sz="2000" dirty="0" smtClean="0"/>
              <a:t>Unified Messaging</a:t>
            </a:r>
          </a:p>
          <a:p>
            <a:pPr lvl="2"/>
            <a:r>
              <a:rPr lang="en-US" sz="2000" dirty="0" smtClean="0"/>
              <a:t>Single Number Service</a:t>
            </a:r>
          </a:p>
          <a:p>
            <a:r>
              <a:rPr lang="en-US" sz="2600" dirty="0" smtClean="0"/>
              <a:t>STB</a:t>
            </a:r>
          </a:p>
          <a:p>
            <a:pPr lvl="1"/>
            <a:r>
              <a:rPr lang="en-US" sz="2400" dirty="0" smtClean="0"/>
              <a:t>Set-top-box providing television and integrated telephony applications</a:t>
            </a:r>
            <a:endParaRPr lang="en-US" sz="2400" dirty="0"/>
          </a:p>
        </p:txBody>
      </p:sp>
      <p:sp>
        <p:nvSpPr>
          <p:cNvPr id="5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/>
          <a:p>
            <a:r>
              <a:rPr lang="en-US" dirty="0" smtClean="0"/>
              <a:t>Client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6590558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 smtClean="0"/>
              <a:t>Modify the existing STB architecture to allow multiplayer games to be played</a:t>
            </a:r>
          </a:p>
          <a:p>
            <a:r>
              <a:rPr lang="en-US" dirty="0" smtClean="0"/>
              <a:t>Create a server to host game plugins and communication between clients</a:t>
            </a:r>
          </a:p>
          <a:p>
            <a:r>
              <a:rPr lang="en-US" dirty="0" smtClean="0"/>
              <a:t>Write a set of protocols that allow a generalized subset of games to be played </a:t>
            </a:r>
          </a:p>
          <a:p>
            <a:pPr lvl="1"/>
            <a:r>
              <a:rPr lang="en-US" i="1" dirty="0" smtClean="0"/>
              <a:t>i.e. board games, card games, etc…</a:t>
            </a:r>
          </a:p>
          <a:p>
            <a:endParaRPr lang="en-US" dirty="0"/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Project Overview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58352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Implement a temporary pass-through messaging middle layer to simulate and extend the current in place system</a:t>
            </a:r>
            <a:r>
              <a:rPr lang="en-US" dirty="0" smtClean="0"/>
              <a:t>.</a:t>
            </a:r>
          </a:p>
          <a:p>
            <a:r>
              <a:rPr lang="en-US" dirty="0" smtClean="0"/>
              <a:t>Choose a board game and using our own framework, create a fully functional multiplayer version as a proof of concept</a:t>
            </a:r>
            <a:endParaRPr lang="en-US" dirty="0"/>
          </a:p>
          <a:p>
            <a:endParaRPr lang="en-US" dirty="0"/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Project Overview (cont..)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8946481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 smtClean="0"/>
              <a:t>Collected user stories</a:t>
            </a:r>
          </a:p>
          <a:p>
            <a:r>
              <a:rPr lang="en-US" dirty="0" smtClean="0"/>
              <a:t>Designed protocols</a:t>
            </a:r>
          </a:p>
          <a:p>
            <a:r>
              <a:rPr lang="en-US" dirty="0" smtClean="0"/>
              <a:t>Researched tools</a:t>
            </a:r>
          </a:p>
          <a:p>
            <a:r>
              <a:rPr lang="en-US" dirty="0" smtClean="0"/>
              <a:t>Implemented virtual APMAX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Last Semester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7601135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Sprint 4</a:t>
            </a:r>
          </a:p>
          <a:p>
            <a:pPr lvl="1"/>
            <a:r>
              <a:rPr lang="en-US" dirty="0"/>
              <a:t>Designed server architecture</a:t>
            </a:r>
          </a:p>
          <a:p>
            <a:pPr lvl="1"/>
            <a:r>
              <a:rPr lang="en-US" dirty="0"/>
              <a:t>Designed vSTB layout</a:t>
            </a:r>
          </a:p>
          <a:p>
            <a:pPr lvl="1"/>
            <a:r>
              <a:rPr lang="en-US" dirty="0"/>
              <a:t>Created demo to show client</a:t>
            </a:r>
          </a:p>
          <a:p>
            <a:r>
              <a:rPr lang="en-US" dirty="0"/>
              <a:t>Sprint 5</a:t>
            </a:r>
          </a:p>
          <a:p>
            <a:pPr lvl="1"/>
            <a:r>
              <a:rPr lang="en-US" dirty="0"/>
              <a:t>Implemented server and began unit testing</a:t>
            </a:r>
          </a:p>
          <a:p>
            <a:pPr lvl="1"/>
            <a:r>
              <a:rPr lang="en-US" dirty="0"/>
              <a:t>Created checkers logic and AI</a:t>
            </a:r>
          </a:p>
          <a:p>
            <a:pPr lvl="1"/>
            <a:r>
              <a:rPr lang="en-US" dirty="0"/>
              <a:t>Refactored </a:t>
            </a:r>
            <a:r>
              <a:rPr lang="en-US" dirty="0" smtClean="0"/>
              <a:t>vSTB</a:t>
            </a:r>
            <a:endParaRPr lang="en-US" dirty="0"/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This Semester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681063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dirty="0" smtClean="0"/>
              <a:t>Server</a:t>
            </a:r>
          </a:p>
          <a:p>
            <a:pPr lvl="1"/>
            <a:r>
              <a:rPr lang="en-US" dirty="0" smtClean="0"/>
              <a:t>Finish unit testing</a:t>
            </a:r>
          </a:p>
          <a:p>
            <a:pPr lvl="1"/>
            <a:r>
              <a:rPr lang="en-US" dirty="0" smtClean="0"/>
              <a:t>Create load testing environment</a:t>
            </a:r>
          </a:p>
          <a:p>
            <a:pPr lvl="1"/>
            <a:r>
              <a:rPr lang="en-US" dirty="0" smtClean="0"/>
              <a:t>Documentation</a:t>
            </a:r>
          </a:p>
          <a:p>
            <a:pPr lvl="2"/>
            <a:r>
              <a:rPr lang="en-US" dirty="0" smtClean="0"/>
              <a:t>Current system</a:t>
            </a:r>
          </a:p>
          <a:p>
            <a:pPr lvl="2"/>
            <a:r>
              <a:rPr lang="en-US" dirty="0" smtClean="0"/>
              <a:t>Unimplemented features</a:t>
            </a:r>
          </a:p>
          <a:p>
            <a:r>
              <a:rPr lang="en-US" dirty="0" smtClean="0"/>
              <a:t>vSTB</a:t>
            </a:r>
          </a:p>
          <a:p>
            <a:pPr lvl="1"/>
            <a:r>
              <a:rPr lang="en-US" dirty="0" smtClean="0"/>
              <a:t>Finish remote control functionality</a:t>
            </a:r>
          </a:p>
          <a:p>
            <a:pPr lvl="1"/>
            <a:r>
              <a:rPr lang="en-US" dirty="0" smtClean="0"/>
              <a:t>Begin unit testing</a:t>
            </a:r>
          </a:p>
          <a:p>
            <a:pPr lvl="1"/>
            <a:r>
              <a:rPr lang="en-US" dirty="0" smtClean="0"/>
              <a:t>Documentation</a:t>
            </a:r>
          </a:p>
          <a:p>
            <a:r>
              <a:rPr lang="en-US" dirty="0" smtClean="0"/>
              <a:t>Checkers</a:t>
            </a:r>
          </a:p>
          <a:p>
            <a:pPr lvl="1"/>
            <a:r>
              <a:rPr lang="en-US" dirty="0" smtClean="0"/>
              <a:t>Optimize AI</a:t>
            </a:r>
          </a:p>
          <a:p>
            <a:pPr lvl="1"/>
            <a:r>
              <a:rPr lang="en-US" dirty="0" smtClean="0"/>
              <a:t>Documentation</a:t>
            </a:r>
          </a:p>
          <a:p>
            <a:endParaRPr lang="en-US" dirty="0"/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Remaining Work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9405194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Content Placeholder 8"/>
          <p:cNvPicPr>
            <a:picLocks noGrp="1" noChangeAspect="1"/>
          </p:cNvPicPr>
          <p:nvPr>
            <p:ph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9600" y="304800"/>
            <a:ext cx="7840239" cy="5669009"/>
          </a:xfrm>
        </p:spPr>
      </p:pic>
      <p:sp>
        <p:nvSpPr>
          <p:cNvPr id="10" name="TextBox 9"/>
          <p:cNvSpPr txBox="1"/>
          <p:nvPr/>
        </p:nvSpPr>
        <p:spPr>
          <a:xfrm>
            <a:off x="2590800" y="5562600"/>
            <a:ext cx="38862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 smtClean="0"/>
              <a:t>Server Architecture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3432005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Content Placeholder 3"/>
          <p:cNvPicPr>
            <a:picLocks noGrp="1" noChangeAspect="1"/>
          </p:cNvPicPr>
          <p:nvPr>
            <p:ph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3836" y="381000"/>
            <a:ext cx="8292082" cy="4876800"/>
          </a:xfrm>
        </p:spPr>
      </p:pic>
      <p:sp>
        <p:nvSpPr>
          <p:cNvPr id="5" name="TextBox 4"/>
          <p:cNvSpPr txBox="1"/>
          <p:nvPr/>
        </p:nvSpPr>
        <p:spPr>
          <a:xfrm>
            <a:off x="2743200" y="5486400"/>
            <a:ext cx="35052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 err="1" smtClean="0"/>
              <a:t>vAPMAX</a:t>
            </a:r>
            <a:r>
              <a:rPr lang="en-US" dirty="0" smtClean="0"/>
              <a:t> Architecture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1579404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Content Placeholder 3"/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5800" y="304801"/>
            <a:ext cx="7543800" cy="5606800"/>
          </a:xfrm>
        </p:spPr>
      </p:pic>
      <p:sp>
        <p:nvSpPr>
          <p:cNvPr id="5" name="TextBox 4"/>
          <p:cNvSpPr txBox="1"/>
          <p:nvPr/>
        </p:nvSpPr>
        <p:spPr>
          <a:xfrm>
            <a:off x="2057400" y="5911334"/>
            <a:ext cx="4572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 smtClean="0"/>
              <a:t>vSTB Architecture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7777213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smtClean="0"/>
              <a:t>Human vs. Human</a:t>
            </a:r>
          </a:p>
          <a:p>
            <a:pPr lvl="1"/>
            <a:r>
              <a:rPr lang="en-US" dirty="0" smtClean="0"/>
              <a:t>Validate move</a:t>
            </a:r>
          </a:p>
          <a:p>
            <a:pPr lvl="1"/>
            <a:r>
              <a:rPr lang="en-US" dirty="0" smtClean="0"/>
              <a:t>Return updated game</a:t>
            </a:r>
          </a:p>
          <a:p>
            <a:r>
              <a:rPr lang="en-US" dirty="0" smtClean="0"/>
              <a:t>Human vs. AI</a:t>
            </a:r>
          </a:p>
          <a:p>
            <a:pPr lvl="1"/>
            <a:r>
              <a:rPr lang="en-US" dirty="0" smtClean="0"/>
              <a:t>Using </a:t>
            </a:r>
            <a:r>
              <a:rPr lang="en-US" dirty="0" err="1" smtClean="0"/>
              <a:t>MiniMax</a:t>
            </a:r>
            <a:endParaRPr lang="en-US" dirty="0" smtClean="0"/>
          </a:p>
          <a:p>
            <a:pPr lvl="1"/>
            <a:r>
              <a:rPr lang="en-US" dirty="0" smtClean="0"/>
              <a:t>4 move look-ahead (2 ply)</a:t>
            </a:r>
          </a:p>
          <a:p>
            <a:r>
              <a:rPr lang="en-US" dirty="0" smtClean="0"/>
              <a:t>Improvements to AI</a:t>
            </a:r>
          </a:p>
          <a:p>
            <a:pPr lvl="1"/>
            <a:r>
              <a:rPr lang="en-US" dirty="0" smtClean="0"/>
              <a:t>Alpha-Beta Pruning</a:t>
            </a:r>
          </a:p>
          <a:p>
            <a:pPr lvl="2"/>
            <a:r>
              <a:rPr lang="en-US" dirty="0" smtClean="0"/>
              <a:t>Allow larger look-ahead</a:t>
            </a:r>
          </a:p>
          <a:p>
            <a:pPr lvl="1"/>
            <a:r>
              <a:rPr lang="en-US" dirty="0" smtClean="0"/>
              <a:t>AI specific move validation</a:t>
            </a:r>
          </a:p>
          <a:p>
            <a:pPr lvl="2"/>
            <a:r>
              <a:rPr lang="en-US" dirty="0" smtClean="0"/>
              <a:t>Existing validation proving too bulky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Checkers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864072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 smtClean="0"/>
              <a:t>Server</a:t>
            </a:r>
          </a:p>
          <a:p>
            <a:pPr lvl="1"/>
            <a:r>
              <a:rPr lang="en-US" dirty="0" smtClean="0"/>
              <a:t>Unit Testing</a:t>
            </a:r>
          </a:p>
          <a:p>
            <a:pPr lvl="2"/>
            <a:r>
              <a:rPr lang="en-US" dirty="0" err="1" smtClean="0"/>
              <a:t>Moq</a:t>
            </a:r>
            <a:r>
              <a:rPr lang="en-US" dirty="0" smtClean="0"/>
              <a:t> library</a:t>
            </a:r>
          </a:p>
          <a:p>
            <a:pPr lvl="2"/>
            <a:r>
              <a:rPr lang="en-US" dirty="0" smtClean="0"/>
              <a:t>Dependency injection</a:t>
            </a:r>
          </a:p>
          <a:p>
            <a:pPr lvl="1"/>
            <a:r>
              <a:rPr lang="en-US" dirty="0" smtClean="0"/>
              <a:t>Load Testing</a:t>
            </a:r>
          </a:p>
          <a:p>
            <a:pPr lvl="2"/>
            <a:r>
              <a:rPr lang="en-US" dirty="0" smtClean="0"/>
              <a:t>Response time</a:t>
            </a:r>
          </a:p>
          <a:p>
            <a:pPr lvl="2"/>
            <a:r>
              <a:rPr lang="en-US" dirty="0" smtClean="0"/>
              <a:t>Reduce bottlenecks</a:t>
            </a:r>
          </a:p>
          <a:p>
            <a:r>
              <a:rPr lang="en-US" dirty="0" smtClean="0"/>
              <a:t>vSTB</a:t>
            </a:r>
          </a:p>
          <a:p>
            <a:pPr lvl="1"/>
            <a:r>
              <a:rPr lang="en-US" dirty="0" err="1" smtClean="0"/>
              <a:t>QTest</a:t>
            </a:r>
            <a:r>
              <a:rPr lang="en-US" dirty="0" smtClean="0"/>
              <a:t> </a:t>
            </a:r>
            <a:r>
              <a:rPr lang="en-US" dirty="0" err="1" smtClean="0"/>
              <a:t>vs</a:t>
            </a:r>
            <a:r>
              <a:rPr lang="en-US" dirty="0" smtClean="0"/>
              <a:t> </a:t>
            </a:r>
            <a:r>
              <a:rPr lang="en-US" dirty="0" err="1" smtClean="0"/>
              <a:t>QTestLib</a:t>
            </a:r>
            <a:endParaRPr lang="en-US" dirty="0" smtClean="0"/>
          </a:p>
          <a:p>
            <a:r>
              <a:rPr lang="en-US" dirty="0" err="1" smtClean="0"/>
              <a:t>vAPMAX</a:t>
            </a:r>
            <a:endParaRPr lang="en-US" dirty="0" smtClean="0"/>
          </a:p>
          <a:p>
            <a:r>
              <a:rPr lang="en-US" dirty="0" smtClean="0"/>
              <a:t>Checkers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Testing Plan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2387169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Demo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9094783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Questions?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8944753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Concourse">
  <a:themeElements>
    <a:clrScheme name="Concourse">
      <a:dk1>
        <a:sysClr val="windowText" lastClr="000000"/>
      </a:dk1>
      <a:lt1>
        <a:sysClr val="window" lastClr="FFFFFF"/>
      </a:lt1>
      <a:dk2>
        <a:srgbClr val="464646"/>
      </a:dk2>
      <a:lt2>
        <a:srgbClr val="DEF5FA"/>
      </a:lt2>
      <a:accent1>
        <a:srgbClr val="2DA2BF"/>
      </a:accent1>
      <a:accent2>
        <a:srgbClr val="DA1F28"/>
      </a:accent2>
      <a:accent3>
        <a:srgbClr val="EB641B"/>
      </a:accent3>
      <a:accent4>
        <a:srgbClr val="39639D"/>
      </a:accent4>
      <a:accent5>
        <a:srgbClr val="474B78"/>
      </a:accent5>
      <a:accent6>
        <a:srgbClr val="7D3C4A"/>
      </a:accent6>
      <a:hlink>
        <a:srgbClr val="FF8119"/>
      </a:hlink>
      <a:folHlink>
        <a:srgbClr val="44B9E8"/>
      </a:folHlink>
    </a:clrScheme>
    <a:fontScheme name="Concourse">
      <a:majorFont>
        <a:latin typeface="Lucida Sans Unicode"/>
        <a:ea typeface=""/>
        <a:cs typeface=""/>
        <a:font script="Jpan" typeface="ＭＳ Ｐゴシック"/>
        <a:font script="Hang" typeface="맑은 고딕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Uigh" typeface="Microsoft Uighur"/>
        <a:font script="Geor" typeface="Sylfaen"/>
      </a:majorFont>
      <a:minorFont>
        <a:latin typeface="Lucida Sans Unicode"/>
        <a:ea typeface=""/>
        <a:cs typeface=""/>
        <a:font script="Jpan" typeface="ＭＳ Ｐゴシック"/>
        <a:font script="Hang" typeface="맑은 고딕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Uigh" typeface="Microsoft Uighur"/>
        <a:font script="Geor" typeface="Sylfaen"/>
      </a:minorFont>
    </a:fontScheme>
    <a:fmtScheme name="Concourse">
      <a:fillStyleLst>
        <a:solidFill>
          <a:schemeClr val="phClr"/>
        </a:solidFill>
        <a:gradFill rotWithShape="1">
          <a:gsLst>
            <a:gs pos="0">
              <a:schemeClr val="phClr">
                <a:tint val="62000"/>
                <a:satMod val="180000"/>
              </a:schemeClr>
            </a:gs>
            <a:gs pos="65000">
              <a:schemeClr val="phClr">
                <a:tint val="32000"/>
                <a:satMod val="250000"/>
              </a:schemeClr>
            </a:gs>
            <a:gs pos="100000">
              <a:schemeClr val="phClr">
                <a:tint val="23000"/>
                <a:satMod val="300000"/>
              </a:schemeClr>
            </a:gs>
          </a:gsLst>
          <a:lin ang="16200000" scaled="0"/>
        </a:gradFill>
        <a:gradFill rotWithShape="1">
          <a:gsLst>
            <a:gs pos="0">
              <a:schemeClr val="phClr">
                <a:shade val="15000"/>
                <a:satMod val="180000"/>
              </a:schemeClr>
            </a:gs>
            <a:gs pos="50000">
              <a:schemeClr val="phClr">
                <a:shade val="45000"/>
                <a:satMod val="170000"/>
              </a:schemeClr>
            </a:gs>
            <a:gs pos="70000">
              <a:schemeClr val="phClr">
                <a:tint val="99000"/>
                <a:shade val="65000"/>
                <a:satMod val="155000"/>
              </a:schemeClr>
            </a:gs>
            <a:gs pos="100000">
              <a:schemeClr val="phClr">
                <a:tint val="95500"/>
                <a:shade val="100000"/>
                <a:satMod val="15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55000" cap="flat" cmpd="thickThin" algn="ctr">
          <a:solidFill>
            <a:schemeClr val="phClr"/>
          </a:solidFill>
          <a:prstDash val="solid"/>
        </a:ln>
        <a:ln w="63500" cap="flat" cmpd="thickThin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50800" dist="381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50800" dist="381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63500" dist="38100" dir="5400000" rotWithShape="0">
              <a:srgbClr val="000000">
                <a:alpha val="45000"/>
              </a:srgbClr>
            </a:outerShdw>
          </a:effectLst>
          <a:scene3d>
            <a:camera prst="orthographicFront" fov="0">
              <a:rot lat="0" lon="0" rev="0"/>
            </a:camera>
            <a:lightRig rig="glow" dir="t">
              <a:rot lat="0" lon="0" rev="6360000"/>
            </a:lightRig>
          </a:scene3d>
          <a:sp3d contourW="1000" prstMaterial="flat">
            <a:bevelT w="95250" h="101600"/>
            <a:contourClr>
              <a:schemeClr val="phClr">
                <a:satMod val="300000"/>
              </a:schemeClr>
            </a:contourClr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55000"/>
                <a:satMod val="300000"/>
              </a:schemeClr>
            </a:gs>
            <a:gs pos="40000">
              <a:schemeClr val="phClr">
                <a:tint val="65000"/>
                <a:satMod val="300000"/>
              </a:schemeClr>
            </a:gs>
            <a:gs pos="100000">
              <a:schemeClr val="phClr">
                <a:shade val="65000"/>
                <a:satMod val="300000"/>
              </a:schemeClr>
            </a:gs>
          </a:gsLst>
          <a:path path="circle">
            <a:fillToRect l="65000" b="98000"/>
          </a:path>
        </a:gradFill>
        <a:blipFill>
          <a:blip xmlns:r="http://schemas.openxmlformats.org/officeDocument/2006/relationships" r:embed="rId1">
            <a:duotone>
              <a:schemeClr val="phClr">
                <a:shade val="60000"/>
                <a:satMod val="110000"/>
              </a:schemeClr>
              <a:schemeClr val="phClr">
                <a:tint val="95000"/>
              </a:schemeClr>
            </a:duotone>
          </a:blip>
          <a:tile tx="0" ty="0" sx="50000" sy="50000" flip="none" algn="tl"/>
        </a:blip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Concourse</Template>
  <TotalTime>383</TotalTime>
  <Words>506</Words>
  <Application>Microsoft Office PowerPoint</Application>
  <PresentationFormat>On-screen Show (4:3)</PresentationFormat>
  <Paragraphs>134</Paragraphs>
  <Slides>14</Slides>
  <Notes>8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5" baseType="lpstr">
      <vt:lpstr>Concourse</vt:lpstr>
      <vt:lpstr>Set Top Box Multiplayer Framework</vt:lpstr>
      <vt:lpstr>Client</vt:lpstr>
      <vt:lpstr>Project Overview</vt:lpstr>
      <vt:lpstr>Project Overview (cont..)</vt:lpstr>
      <vt:lpstr>Last Semester</vt:lpstr>
      <vt:lpstr>This Semester</vt:lpstr>
      <vt:lpstr>Remaining Work</vt:lpstr>
      <vt:lpstr>PowerPoint Presentation</vt:lpstr>
      <vt:lpstr>PowerPoint Presentation</vt:lpstr>
      <vt:lpstr>PowerPoint Presentation</vt:lpstr>
      <vt:lpstr>Checkers</vt:lpstr>
      <vt:lpstr>Testing Plan</vt:lpstr>
      <vt:lpstr>Demo</vt:lpstr>
      <vt:lpstr>Questions?</vt:lpstr>
    </vt:vector>
  </TitlesOfParts>
  <Company>Innovative Systems LLC</Company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David Jarman</dc:creator>
  <cp:lastModifiedBy>David Jarman</cp:lastModifiedBy>
  <cp:revision>64</cp:revision>
  <dcterms:created xsi:type="dcterms:W3CDTF">2013-03-17T21:29:45Z</dcterms:created>
  <dcterms:modified xsi:type="dcterms:W3CDTF">2013-03-20T21:00:56Z</dcterms:modified>
</cp:coreProperties>
</file>