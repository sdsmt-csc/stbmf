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3"/>
  </p:notesMasterIdLst>
  <p:sldIdLst>
    <p:sldId id="256" r:id="rId2"/>
  </p:sldIdLst>
  <p:sldSz cx="43891200" cy="32918400"/>
  <p:notesSz cx="6858000" cy="9144000"/>
  <p:defaultTextStyle>
    <a:defPPr>
      <a:defRPr lang="en-US"/>
    </a:defPPr>
    <a:lvl1pPr marL="0" algn="l" defTabSz="4180088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1pPr>
    <a:lvl2pPr marL="2090044" algn="l" defTabSz="4180088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2pPr>
    <a:lvl3pPr marL="4180088" algn="l" defTabSz="4180088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3pPr>
    <a:lvl4pPr marL="6270132" algn="l" defTabSz="4180088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4pPr>
    <a:lvl5pPr marL="8360176" algn="l" defTabSz="4180088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5pPr>
    <a:lvl6pPr marL="10450220" algn="l" defTabSz="4180088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6pPr>
    <a:lvl7pPr marL="12540264" algn="l" defTabSz="4180088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7pPr>
    <a:lvl8pPr marL="14630309" algn="l" defTabSz="4180088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8pPr>
    <a:lvl9pPr marL="16720353" algn="l" defTabSz="4180088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D7A12AC8-4CB8-4FDB-A384-7EE9726ADC7C}">
          <p14:sldIdLst>
            <p14:sldId id="256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20" d="100"/>
          <a:sy n="20" d="100"/>
        </p:scale>
        <p:origin x="-2016" y="-690"/>
      </p:cViewPr>
      <p:guideLst>
        <p:guide orient="horz" pos="10368"/>
        <p:guide pos="1382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353B30-9641-44A4-BFD2-A70F0E5560C1}" type="datetimeFigureOut">
              <a:rPr lang="en-US" smtClean="0"/>
              <a:t>3/28/2013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525A28-8D30-4C32-969C-63634A40D8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3175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525A28-8D30-4C32-969C-63634A40D80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0513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overOverlay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3891200" cy="329184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3/28/2013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5731685" y="13860144"/>
            <a:ext cx="32539728" cy="4078037"/>
            <a:chOff x="1172584" y="1381459"/>
            <a:chExt cx="6779110" cy="849591"/>
          </a:xfrm>
          <a:effectLst>
            <a:outerShdw blurRad="38100" dist="12700" dir="16200000" rotWithShape="0">
              <a:prstClr val="black">
                <a:alpha val="30000"/>
              </a:prstClr>
            </a:outerShdw>
          </a:effectLst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730435" cy="8495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900" dirty="0" smtClean="0">
                  <a:ln w="3175">
                    <a:solidFill>
                      <a:schemeClr val="tx2">
                        <a:alpha val="60000"/>
                      </a:schemeClr>
                    </a:solidFill>
                  </a:ln>
                  <a:solidFill>
                    <a:schemeClr val="tx2">
                      <a:lumMod val="90000"/>
                    </a:schemeClr>
                  </a:solidFill>
                  <a:effectLst>
                    <a:outerShdw blurRad="34925" dist="12700" dir="14400000" algn="ctr" rotWithShape="0">
                      <a:srgbClr val="000000">
                        <a:alpha val="21000"/>
                      </a:srgbClr>
                    </a:outerShdw>
                  </a:effectLst>
                  <a:latin typeface="Wingdings" pitchFamily="2" charset="2"/>
                </a:rPr>
                <a:t></a:t>
              </a:r>
              <a:endParaRPr lang="en-US" sz="25900" dirty="0">
                <a:ln w="3175">
                  <a:solidFill>
                    <a:schemeClr val="tx2">
                      <a:alpha val="60000"/>
                    </a:schemeClr>
                  </a:solidFill>
                </a:ln>
                <a:solidFill>
                  <a:schemeClr val="tx2">
                    <a:lumMod val="90000"/>
                  </a:schemeClr>
                </a:solidFill>
                <a:effectLst>
                  <a:outerShdw blurRad="34925" dist="12700" dir="14400000" algn="ctr" rotWithShape="0">
                    <a:srgbClr val="000000">
                      <a:alpha val="21000"/>
                    </a:srgbClr>
                  </a:outerShdw>
                </a:effectLst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293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80037" y="6661137"/>
            <a:ext cx="32531126" cy="8313514"/>
          </a:xfrm>
        </p:spPr>
        <p:txBody>
          <a:bodyPr anchor="b"/>
          <a:lstStyle>
            <a:lvl1pPr>
              <a:defRPr>
                <a:ln w="3175">
                  <a:solidFill>
                    <a:schemeClr val="tx1">
                      <a:alpha val="65000"/>
                    </a:schemeClr>
                  </a:solidFill>
                </a:ln>
                <a:solidFill>
                  <a:schemeClr val="tx1"/>
                </a:solidFill>
                <a:effectLst>
                  <a:outerShdw blurRad="25400" dist="12700" dir="14220000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83680" y="18085738"/>
            <a:ext cx="30723840" cy="84124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effectLst>
                  <a:outerShdw blurRad="34925" dist="12700" dir="14400000" rotWithShape="0">
                    <a:prstClr val="black">
                      <a:alpha val="21000"/>
                    </a:prstClr>
                  </a:outerShdw>
                </a:effectLst>
              </a:defRPr>
            </a:lvl1pPr>
            <a:lvl2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5836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8778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0972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31673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5361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7556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5628403" y="6682642"/>
            <a:ext cx="32539728" cy="4078037"/>
            <a:chOff x="1172584" y="1381459"/>
            <a:chExt cx="6779110" cy="849591"/>
          </a:xfrm>
        </p:grpSpPr>
        <p:sp>
          <p:nvSpPr>
            <p:cNvPr id="13" name="TextBox 12"/>
            <p:cNvSpPr txBox="1"/>
            <p:nvPr/>
          </p:nvSpPr>
          <p:spPr>
            <a:xfrm>
              <a:off x="4147073" y="1381459"/>
              <a:ext cx="730435" cy="8495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9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259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4" name="Straight Connector 13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overOverlay.png"/>
          <p:cNvPicPr>
            <a:picLocks noChangeAspect="1"/>
          </p:cNvPicPr>
          <p:nvPr/>
        </p:nvPicPr>
        <p:blipFill>
          <a:blip r:embed="rId2" cstate="print">
            <a:lum/>
          </a:blip>
          <a:stretch>
            <a:fillRect/>
          </a:stretch>
        </p:blipFill>
        <p:spPr>
          <a:xfrm>
            <a:off x="0" y="0"/>
            <a:ext cx="43891200" cy="329184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5628403" y="13860379"/>
            <a:ext cx="32539728" cy="4078037"/>
            <a:chOff x="1172584" y="1381459"/>
            <a:chExt cx="6779110" cy="849591"/>
          </a:xfrm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730435" cy="8495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9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259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7412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12195" y="5783314"/>
            <a:ext cx="37222622" cy="9171437"/>
          </a:xfrm>
        </p:spPr>
        <p:txBody>
          <a:bodyPr anchor="b"/>
          <a:lstStyle>
            <a:lvl1pPr algn="ctr">
              <a:defRPr sz="25900" b="0" cap="none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56393" y="18083119"/>
            <a:ext cx="37126786" cy="7200898"/>
          </a:xfrm>
        </p:spPr>
        <p:txBody>
          <a:bodyPr anchor="t"/>
          <a:lstStyle>
            <a:lvl1pPr marL="0" indent="0" algn="ctr">
              <a:buNone/>
              <a:defRPr sz="9600">
                <a:solidFill>
                  <a:schemeClr val="tx2"/>
                </a:solidFill>
              </a:defRPr>
            </a:lvl1pPr>
            <a:lvl2pPr marL="2194560" indent="0">
              <a:buNone/>
              <a:defRPr sz="8600">
                <a:solidFill>
                  <a:schemeClr val="tx1">
                    <a:tint val="75000"/>
                  </a:schemeClr>
                </a:solidFill>
              </a:defRPr>
            </a:lvl2pPr>
            <a:lvl3pPr marL="4389120" indent="0">
              <a:buNone/>
              <a:defRPr sz="7700">
                <a:solidFill>
                  <a:schemeClr val="tx1">
                    <a:tint val="75000"/>
                  </a:schemeClr>
                </a:solidFill>
              </a:defRPr>
            </a:lvl3pPr>
            <a:lvl4pPr marL="6583680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4pPr>
            <a:lvl5pPr marL="8778240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5pPr>
            <a:lvl6pPr marL="10972800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6pPr>
            <a:lvl7pPr marL="13167360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7pPr>
            <a:lvl8pPr marL="15361920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8pPr>
            <a:lvl9pPr marL="17556480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3/28/2013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grpSp>
        <p:nvGrpSpPr>
          <p:cNvPr id="13" name="Group 12"/>
          <p:cNvGrpSpPr/>
          <p:nvPr/>
        </p:nvGrpSpPr>
        <p:grpSpPr>
          <a:xfrm>
            <a:off x="5628403" y="6682642"/>
            <a:ext cx="32539728" cy="4078037"/>
            <a:chOff x="1172584" y="1381459"/>
            <a:chExt cx="6779110" cy="849591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730435" cy="8495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9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259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3291840" y="10753344"/>
            <a:ext cx="18258739" cy="1860986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4"/>
          </p:nvPr>
        </p:nvSpPr>
        <p:spPr>
          <a:xfrm>
            <a:off x="22296725" y="10753344"/>
            <a:ext cx="18258739" cy="1860986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47488" y="10753344"/>
            <a:ext cx="16523741" cy="3160166"/>
          </a:xfrm>
        </p:spPr>
        <p:txBody>
          <a:bodyPr anchor="b"/>
          <a:lstStyle>
            <a:lvl1pPr marL="0" indent="0" algn="ctr">
              <a:buNone/>
              <a:defRPr sz="11500" b="0">
                <a:solidFill>
                  <a:schemeClr val="tx2"/>
                </a:solidFill>
              </a:defRPr>
            </a:lvl1pPr>
            <a:lvl2pPr marL="2194560" indent="0">
              <a:buNone/>
              <a:defRPr sz="9600" b="1"/>
            </a:lvl2pPr>
            <a:lvl3pPr marL="4389120" indent="0">
              <a:buNone/>
              <a:defRPr sz="8600" b="1"/>
            </a:lvl3pPr>
            <a:lvl4pPr marL="6583680" indent="0">
              <a:buNone/>
              <a:defRPr sz="7700" b="1"/>
            </a:lvl4pPr>
            <a:lvl5pPr marL="8778240" indent="0">
              <a:buNone/>
              <a:defRPr sz="7700" b="1"/>
            </a:lvl5pPr>
            <a:lvl6pPr marL="10972800" indent="0">
              <a:buNone/>
              <a:defRPr sz="7700" b="1"/>
            </a:lvl6pPr>
            <a:lvl7pPr marL="13167360" indent="0">
              <a:buNone/>
              <a:defRPr sz="7700" b="1"/>
            </a:lvl7pPr>
            <a:lvl8pPr marL="15361920" indent="0">
              <a:buNone/>
              <a:defRPr sz="7700" b="1"/>
            </a:lvl8pPr>
            <a:lvl9pPr marL="17556480" indent="0">
              <a:buNone/>
              <a:defRPr sz="7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304743" y="14148456"/>
            <a:ext cx="18258739" cy="15230246"/>
          </a:xfrm>
        </p:spPr>
        <p:txBody>
          <a:bodyPr/>
          <a:lstStyle>
            <a:lvl1pPr>
              <a:defRPr sz="11500"/>
            </a:lvl1pPr>
            <a:lvl2pPr>
              <a:defRPr sz="9600"/>
            </a:lvl2pPr>
            <a:lvl3pPr>
              <a:defRPr sz="8600"/>
            </a:lvl3pPr>
            <a:lvl4pPr>
              <a:defRPr sz="7700"/>
            </a:lvl4pPr>
            <a:lvl5pPr>
              <a:defRPr sz="7700"/>
            </a:lvl5pPr>
            <a:lvl6pPr>
              <a:defRPr sz="7700"/>
            </a:lvl6pPr>
            <a:lvl7pPr>
              <a:defRPr sz="7700"/>
            </a:lvl7pPr>
            <a:lvl8pPr>
              <a:defRPr sz="7700"/>
            </a:lvl8pPr>
            <a:lvl9pPr>
              <a:defRPr sz="7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4011069" y="10753344"/>
            <a:ext cx="16546982" cy="3160166"/>
          </a:xfrm>
        </p:spPr>
        <p:txBody>
          <a:bodyPr anchor="b"/>
          <a:lstStyle>
            <a:lvl1pPr marL="0" indent="0" algn="ctr">
              <a:buNone/>
              <a:defRPr sz="11500" b="0">
                <a:solidFill>
                  <a:schemeClr val="tx2"/>
                </a:solidFill>
              </a:defRPr>
            </a:lvl1pPr>
            <a:lvl2pPr marL="2194560" indent="0">
              <a:buNone/>
              <a:defRPr sz="9600" b="1"/>
            </a:lvl2pPr>
            <a:lvl3pPr marL="4389120" indent="0">
              <a:buNone/>
              <a:defRPr sz="8600" b="1"/>
            </a:lvl3pPr>
            <a:lvl4pPr marL="6583680" indent="0">
              <a:buNone/>
              <a:defRPr sz="7700" b="1"/>
            </a:lvl4pPr>
            <a:lvl5pPr marL="8778240" indent="0">
              <a:buNone/>
              <a:defRPr sz="7700" b="1"/>
            </a:lvl5pPr>
            <a:lvl6pPr marL="10972800" indent="0">
              <a:buNone/>
              <a:defRPr sz="7700" b="1"/>
            </a:lvl6pPr>
            <a:lvl7pPr marL="13167360" indent="0">
              <a:buNone/>
              <a:defRPr sz="7700" b="1"/>
            </a:lvl7pPr>
            <a:lvl8pPr marL="15361920" indent="0">
              <a:buNone/>
              <a:defRPr sz="7700" b="1"/>
            </a:lvl8pPr>
            <a:lvl9pPr marL="17556480" indent="0">
              <a:buNone/>
              <a:defRPr sz="7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96125" y="14132967"/>
            <a:ext cx="18238694" cy="15230246"/>
          </a:xfrm>
        </p:spPr>
        <p:txBody>
          <a:bodyPr/>
          <a:lstStyle>
            <a:lvl1pPr>
              <a:defRPr sz="11500"/>
            </a:lvl1pPr>
            <a:lvl2pPr>
              <a:defRPr sz="9600"/>
            </a:lvl2pPr>
            <a:lvl3pPr>
              <a:defRPr sz="8600"/>
            </a:lvl3pPr>
            <a:lvl4pPr>
              <a:defRPr sz="7700"/>
            </a:lvl4pPr>
            <a:lvl5pPr>
              <a:defRPr sz="7700"/>
            </a:lvl5pPr>
            <a:lvl6pPr>
              <a:defRPr sz="7700"/>
            </a:lvl6pPr>
            <a:lvl7pPr>
              <a:defRPr sz="7700"/>
            </a:lvl7pPr>
            <a:lvl8pPr>
              <a:defRPr sz="7700"/>
            </a:lvl8pPr>
            <a:lvl9pPr>
              <a:defRPr sz="7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3/28/2013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/>
          <p:cNvGrpSpPr/>
          <p:nvPr/>
        </p:nvGrpSpPr>
        <p:grpSpPr>
          <a:xfrm>
            <a:off x="5628403" y="6682642"/>
            <a:ext cx="32539728" cy="4078037"/>
            <a:chOff x="1172584" y="1381459"/>
            <a:chExt cx="6779110" cy="849591"/>
          </a:xfrm>
        </p:grpSpPr>
        <p:sp>
          <p:nvSpPr>
            <p:cNvPr id="16" name="TextBox 15"/>
            <p:cNvSpPr txBox="1"/>
            <p:nvPr/>
          </p:nvSpPr>
          <p:spPr>
            <a:xfrm>
              <a:off x="4147073" y="1381459"/>
              <a:ext cx="730435" cy="8495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9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259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7" name="Straight Connector 16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3/28/2013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0" name="Group 9"/>
          <p:cNvGrpSpPr/>
          <p:nvPr/>
        </p:nvGrpSpPr>
        <p:grpSpPr>
          <a:xfrm>
            <a:off x="5628403" y="6682642"/>
            <a:ext cx="32539728" cy="4078037"/>
            <a:chOff x="1172584" y="1381459"/>
            <a:chExt cx="6779110" cy="849591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730435" cy="8495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9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259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3/28/2013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165982" y="8055338"/>
            <a:ext cx="16427918" cy="9057221"/>
          </a:xfrm>
        </p:spPr>
        <p:txBody>
          <a:bodyPr anchor="b"/>
          <a:lstStyle>
            <a:lvl1pPr algn="l">
              <a:defRPr sz="134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21607" y="2685113"/>
            <a:ext cx="19760002" cy="26720472"/>
          </a:xfrm>
        </p:spPr>
        <p:txBody>
          <a:bodyPr anchor="ctr"/>
          <a:lstStyle>
            <a:lvl1pPr>
              <a:defRPr sz="11500"/>
            </a:lvl1pPr>
            <a:lvl2pPr>
              <a:defRPr sz="10600"/>
            </a:lvl2pPr>
            <a:lvl3pPr>
              <a:defRPr sz="9600"/>
            </a:lvl3pPr>
            <a:lvl4pPr>
              <a:defRPr sz="8600"/>
            </a:lvl4pPr>
            <a:lvl5pPr>
              <a:defRPr sz="7700"/>
            </a:lvl5pPr>
            <a:lvl6pPr>
              <a:defRPr sz="9600"/>
            </a:lvl6pPr>
            <a:lvl7pPr>
              <a:defRPr sz="9600"/>
            </a:lvl7pPr>
            <a:lvl8pPr>
              <a:defRPr sz="9600"/>
            </a:lvl8pPr>
            <a:lvl9pPr>
              <a:defRPr sz="9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165982" y="17298300"/>
            <a:ext cx="16376280" cy="12082987"/>
          </a:xfrm>
        </p:spPr>
        <p:txBody>
          <a:bodyPr>
            <a:normAutofit/>
          </a:bodyPr>
          <a:lstStyle>
            <a:lvl1pPr marL="0" indent="0">
              <a:buNone/>
              <a:defRPr sz="7700"/>
            </a:lvl1pPr>
            <a:lvl2pPr marL="2194560" indent="0">
              <a:buNone/>
              <a:defRPr sz="5800"/>
            </a:lvl2pPr>
            <a:lvl3pPr marL="4389120" indent="0">
              <a:buNone/>
              <a:defRPr sz="4800"/>
            </a:lvl3pPr>
            <a:lvl4pPr marL="6583680" indent="0">
              <a:buNone/>
              <a:defRPr sz="4300"/>
            </a:lvl4pPr>
            <a:lvl5pPr marL="8778240" indent="0">
              <a:buNone/>
              <a:defRPr sz="4300"/>
            </a:lvl5pPr>
            <a:lvl6pPr marL="10972800" indent="0">
              <a:buNone/>
              <a:defRPr sz="4300"/>
            </a:lvl6pPr>
            <a:lvl7pPr marL="13167360" indent="0">
              <a:buNone/>
              <a:defRPr sz="4300"/>
            </a:lvl7pPr>
            <a:lvl8pPr marL="15361920" indent="0">
              <a:buNone/>
              <a:defRPr sz="4300"/>
            </a:lvl8pPr>
            <a:lvl9pPr marL="17556480" indent="0">
              <a:buNone/>
              <a:defRPr sz="43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3/28/2013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3111" y="22410329"/>
            <a:ext cx="37281701" cy="3094699"/>
          </a:xfrm>
        </p:spPr>
        <p:txBody>
          <a:bodyPr anchor="b"/>
          <a:lstStyle>
            <a:lvl1pPr algn="ctr">
              <a:defRPr sz="134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240000">
            <a:off x="10482202" y="3201432"/>
            <a:ext cx="22906349" cy="17270477"/>
          </a:xfr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24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15400"/>
            </a:lvl1pPr>
            <a:lvl2pPr marL="2194560" indent="0">
              <a:buNone/>
              <a:defRPr sz="13400"/>
            </a:lvl2pPr>
            <a:lvl3pPr marL="4389120" indent="0">
              <a:buNone/>
              <a:defRPr sz="11500"/>
            </a:lvl3pPr>
            <a:lvl4pPr marL="6583680" indent="0">
              <a:buNone/>
              <a:defRPr sz="9600"/>
            </a:lvl4pPr>
            <a:lvl5pPr marL="8778240" indent="0">
              <a:buNone/>
              <a:defRPr sz="9600"/>
            </a:lvl5pPr>
            <a:lvl6pPr marL="10972800" indent="0">
              <a:buNone/>
              <a:defRPr sz="9600"/>
            </a:lvl6pPr>
            <a:lvl7pPr marL="13167360" indent="0">
              <a:buNone/>
              <a:defRPr sz="9600"/>
            </a:lvl7pPr>
            <a:lvl8pPr marL="15361920" indent="0">
              <a:buNone/>
              <a:defRPr sz="9600"/>
            </a:lvl8pPr>
            <a:lvl9pPr marL="17556480" indent="0">
              <a:buNone/>
              <a:defRPr sz="9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304747" y="25556669"/>
            <a:ext cx="37230067" cy="3863338"/>
          </a:xfrm>
        </p:spPr>
        <p:txBody>
          <a:bodyPr>
            <a:normAutofit/>
          </a:bodyPr>
          <a:lstStyle>
            <a:lvl1pPr marL="0" indent="0" algn="ctr">
              <a:buNone/>
              <a:defRPr sz="7700"/>
            </a:lvl1pPr>
            <a:lvl2pPr marL="2194560" indent="0">
              <a:buNone/>
              <a:defRPr sz="5800"/>
            </a:lvl2pPr>
            <a:lvl3pPr marL="4389120" indent="0">
              <a:buNone/>
              <a:defRPr sz="4800"/>
            </a:lvl3pPr>
            <a:lvl4pPr marL="6583680" indent="0">
              <a:buNone/>
              <a:defRPr sz="4300"/>
            </a:lvl4pPr>
            <a:lvl5pPr marL="8778240" indent="0">
              <a:buNone/>
              <a:defRPr sz="4300"/>
            </a:lvl5pPr>
            <a:lvl6pPr marL="10972800" indent="0">
              <a:buNone/>
              <a:defRPr sz="4300"/>
            </a:lvl6pPr>
            <a:lvl7pPr marL="13167360" indent="0">
              <a:buNone/>
              <a:defRPr sz="4300"/>
            </a:lvl7pPr>
            <a:lvl8pPr marL="15361920" indent="0">
              <a:buNone/>
              <a:defRPr sz="4300"/>
            </a:lvl8pPr>
            <a:lvl9pPr marL="17556480" indent="0">
              <a:buNone/>
              <a:defRPr sz="43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3/28/2013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1" name="Group 10"/>
          <p:cNvGrpSpPr/>
          <p:nvPr/>
        </p:nvGrpSpPr>
        <p:grpSpPr>
          <a:xfrm>
            <a:off x="5628403" y="6682642"/>
            <a:ext cx="32539728" cy="4078037"/>
            <a:chOff x="1172584" y="1381459"/>
            <a:chExt cx="6779110" cy="849591"/>
          </a:xfrm>
        </p:grpSpPr>
        <p:sp>
          <p:nvSpPr>
            <p:cNvPr id="15" name="TextBox 14"/>
            <p:cNvSpPr txBox="1"/>
            <p:nvPr/>
          </p:nvSpPr>
          <p:spPr>
            <a:xfrm>
              <a:off x="4147073" y="1381459"/>
              <a:ext cx="730435" cy="8495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9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259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6" name="Straight Connector 15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2479491" y="2685113"/>
            <a:ext cx="8055326" cy="2672047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04745" y="4079302"/>
            <a:ext cx="26438002" cy="2411434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1" name="Group 10"/>
          <p:cNvGrpSpPr/>
          <p:nvPr/>
        </p:nvGrpSpPr>
        <p:grpSpPr>
          <a:xfrm rot="5400000">
            <a:off x="18763442" y="14004924"/>
            <a:ext cx="26304739" cy="4078037"/>
            <a:chOff x="1815339" y="1418328"/>
            <a:chExt cx="5480154" cy="849591"/>
          </a:xfrm>
        </p:grpSpPr>
        <p:sp>
          <p:nvSpPr>
            <p:cNvPr id="12" name="TextBox 11"/>
            <p:cNvSpPr txBox="1"/>
            <p:nvPr/>
          </p:nvSpPr>
          <p:spPr>
            <a:xfrm>
              <a:off x="4220437" y="1418328"/>
              <a:ext cx="730435" cy="8495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9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259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3" name="Straight Connector 12"/>
            <p:cNvCxnSpPr/>
            <p:nvPr/>
          </p:nvCxnSpPr>
          <p:spPr>
            <a:xfrm flipH="1" flipV="1">
              <a:off x="1815339" y="1924709"/>
              <a:ext cx="2468880" cy="2505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4826613" y="1927417"/>
              <a:ext cx="2468880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43891200" cy="32918400"/>
          </a:xfrm>
          <a:prstGeom prst="rect">
            <a:avLst/>
          </a:prstGeom>
          <a:gradFill flip="none" rotWithShape="1">
            <a:gsLst>
              <a:gs pos="83000">
                <a:schemeClr val="bg1">
                  <a:alpha val="11000"/>
                </a:schemeClr>
              </a:gs>
              <a:gs pos="100000">
                <a:schemeClr val="bg2">
                  <a:lumMod val="75000"/>
                  <a:alpha val="23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38912" tIns="219456" rIns="438912" bIns="219456"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04755" y="2736749"/>
            <a:ext cx="37230062" cy="5060400"/>
          </a:xfrm>
          <a:prstGeom prst="rect">
            <a:avLst/>
          </a:prstGeom>
        </p:spPr>
        <p:txBody>
          <a:bodyPr vert="horz" lIns="438912" tIns="219456" rIns="438912" bIns="219456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56388" y="10792068"/>
            <a:ext cx="37178424" cy="18613512"/>
          </a:xfrm>
          <a:prstGeom prst="rect">
            <a:avLst/>
          </a:prstGeom>
        </p:spPr>
        <p:txBody>
          <a:bodyPr vert="horz" lIns="438912" tIns="219456" rIns="438912" bIns="219456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729814" y="29574924"/>
            <a:ext cx="10241280" cy="1752600"/>
          </a:xfrm>
          <a:prstGeom prst="rect">
            <a:avLst/>
          </a:prstGeom>
        </p:spPr>
        <p:txBody>
          <a:bodyPr vert="horz" lIns="438912" tIns="219456" rIns="438912" bIns="219456" rtlCol="0" anchor="ctr"/>
          <a:lstStyle>
            <a:lvl1pPr algn="l">
              <a:defRPr sz="58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3/28/2013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996160" y="29574924"/>
            <a:ext cx="13898880" cy="1752600"/>
          </a:xfrm>
          <a:prstGeom prst="rect">
            <a:avLst/>
          </a:prstGeom>
        </p:spPr>
        <p:txBody>
          <a:bodyPr vert="horz" lIns="438912" tIns="219456" rIns="438912" bIns="219456" rtlCol="0" anchor="ctr"/>
          <a:lstStyle>
            <a:lvl1pPr algn="ctr">
              <a:defRPr sz="58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1868467" y="29574924"/>
            <a:ext cx="10241280" cy="1752600"/>
          </a:xfrm>
          <a:prstGeom prst="rect">
            <a:avLst/>
          </a:prstGeom>
        </p:spPr>
        <p:txBody>
          <a:bodyPr vert="horz" lIns="438912" tIns="219456" rIns="438912" bIns="219456" rtlCol="0" anchor="ctr"/>
          <a:lstStyle>
            <a:lvl1pPr algn="r">
              <a:defRPr sz="580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4389120" rtl="0" eaLnBrk="1" latinLnBrk="0" hangingPunct="1">
        <a:spcBef>
          <a:spcPct val="0"/>
        </a:spcBef>
        <a:buNone/>
        <a:defRPr sz="259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1755648" indent="-1755648" algn="l" defTabSz="438912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15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730752" indent="-1755648" algn="l" defTabSz="438912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"/>
        <a:defRPr sz="10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0" indent="-1755648" algn="l" defTabSz="438912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9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7242048" indent="-1536192" algn="l" defTabSz="438912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8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8778240" indent="-1536192" algn="l" defTabSz="438912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77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0314432" indent="-1316736" algn="l" defTabSz="4389120" rtl="0" eaLnBrk="1" latinLnBrk="0" hangingPunct="1">
        <a:spcBef>
          <a:spcPts val="1920"/>
        </a:spcBef>
        <a:buClr>
          <a:schemeClr val="accent1"/>
        </a:buClr>
        <a:buFont typeface="Wingdings" pitchFamily="2" charset="2"/>
        <a:buChar char=""/>
        <a:defRPr sz="6700" kern="1200">
          <a:solidFill>
            <a:schemeClr val="tx1"/>
          </a:solidFill>
          <a:latin typeface="+mn-lt"/>
          <a:ea typeface="+mn-ea"/>
          <a:cs typeface="+mn-cs"/>
        </a:defRPr>
      </a:lvl6pPr>
      <a:lvl7pPr marL="11850624" indent="-1316736" algn="l" defTabSz="4389120" rtl="0" eaLnBrk="1" latinLnBrk="0" hangingPunct="1">
        <a:spcBef>
          <a:spcPts val="1920"/>
        </a:spcBef>
        <a:buClr>
          <a:schemeClr val="accent1"/>
        </a:buClr>
        <a:buFont typeface="Wingdings" pitchFamily="2" charset="2"/>
        <a:buChar char=""/>
        <a:defRPr sz="6700" kern="1200">
          <a:solidFill>
            <a:schemeClr val="tx1"/>
          </a:solidFill>
          <a:latin typeface="+mn-lt"/>
          <a:ea typeface="+mn-ea"/>
          <a:cs typeface="+mn-cs"/>
        </a:defRPr>
      </a:lvl7pPr>
      <a:lvl8pPr marL="13386816" indent="-1316736" algn="l" defTabSz="4389120" rtl="0" eaLnBrk="1" latinLnBrk="0" hangingPunct="1">
        <a:spcBef>
          <a:spcPts val="1920"/>
        </a:spcBef>
        <a:buClr>
          <a:schemeClr val="accent1"/>
        </a:buClr>
        <a:buFont typeface="Wingdings" pitchFamily="2" charset="2"/>
        <a:buChar char=""/>
        <a:defRPr sz="6700" kern="1200">
          <a:solidFill>
            <a:schemeClr val="tx1"/>
          </a:solidFill>
          <a:latin typeface="+mn-lt"/>
          <a:ea typeface="+mn-ea"/>
          <a:cs typeface="+mn-cs"/>
        </a:defRPr>
      </a:lvl8pPr>
      <a:lvl9pPr marL="14923008" indent="-1316736" algn="l" defTabSz="4389120" rtl="0" eaLnBrk="1" latinLnBrk="0" hangingPunct="1">
        <a:spcBef>
          <a:spcPts val="1920"/>
        </a:spcBef>
        <a:buClr>
          <a:schemeClr val="accent1"/>
        </a:buClr>
        <a:buFont typeface="Wingdings" pitchFamily="2" charset="2"/>
        <a:buChar char=""/>
        <a:defRPr sz="6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2pPr>
      <a:lvl3pPr marL="438912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3pPr>
      <a:lvl4pPr marL="658368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4pPr>
      <a:lvl5pPr marL="877824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6pPr>
      <a:lvl7pPr marL="1316736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7pPr>
      <a:lvl8pPr marL="1536192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8pPr>
      <a:lvl9pPr marL="1755648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1444798" y="4427974"/>
            <a:ext cx="11756951" cy="10114842"/>
            <a:chOff x="1406698" y="1609725"/>
            <a:chExt cx="11756951" cy="6001801"/>
          </a:xfrm>
        </p:grpSpPr>
        <p:sp>
          <p:nvSpPr>
            <p:cNvPr id="11" name="TextBox 4"/>
            <p:cNvSpPr txBox="1">
              <a:spLocks noChangeArrowheads="1"/>
            </p:cNvSpPr>
            <p:nvPr/>
          </p:nvSpPr>
          <p:spPr bwMode="auto">
            <a:xfrm>
              <a:off x="3306978" y="1609725"/>
              <a:ext cx="6716390" cy="8583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87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87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87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87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87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7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7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7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7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8800" b="1" dirty="0">
                  <a:latin typeface="Cambria" pitchFamily="18" charset="0"/>
                </a:rPr>
                <a:t>Project</a:t>
              </a:r>
              <a:r>
                <a:rPr lang="en-US" sz="8000" b="1" dirty="0">
                  <a:latin typeface="Cambria" pitchFamily="18" charset="0"/>
                </a:rPr>
                <a:t> </a:t>
              </a:r>
              <a:r>
                <a:rPr lang="en-US" sz="8000" b="1" dirty="0" smtClean="0">
                  <a:latin typeface="Cambria" pitchFamily="18" charset="0"/>
                </a:rPr>
                <a:t>Goals</a:t>
              </a:r>
              <a:endParaRPr lang="en-US" sz="8000" b="1" dirty="0">
                <a:latin typeface="Cambria" pitchFamily="18" charset="0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406698" y="2625889"/>
              <a:ext cx="11756951" cy="49856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6000" dirty="0" smtClean="0">
                  <a:latin typeface="Cambria" pitchFamily="18" charset="0"/>
                </a:rPr>
                <a:t>The goal of </a:t>
              </a:r>
              <a:r>
                <a:rPr lang="en-US" sz="6000" dirty="0">
                  <a:latin typeface="Cambria" pitchFamily="18" charset="0"/>
                </a:rPr>
                <a:t>this project is </a:t>
              </a:r>
              <a:r>
                <a:rPr lang="en-US" sz="6000" dirty="0" smtClean="0">
                  <a:latin typeface="Cambria" pitchFamily="18" charset="0"/>
                </a:rPr>
                <a:t>to create a framework that can be used to develop and deploy multiplayer games to Set Top Boxes without the need to edit existing STB </a:t>
              </a:r>
              <a:r>
                <a:rPr lang="en-US" sz="6000" dirty="0" smtClean="0">
                  <a:latin typeface="Cambria" pitchFamily="18" charset="0"/>
                </a:rPr>
                <a:t>firmware </a:t>
              </a:r>
              <a:r>
                <a:rPr lang="en-US" sz="6000" dirty="0" smtClean="0">
                  <a:latin typeface="Cambria" pitchFamily="18" charset="0"/>
                </a:rPr>
                <a:t>for new game releases and updates</a:t>
              </a:r>
            </a:p>
          </p:txBody>
        </p:sp>
      </p:grpSp>
      <p:pic>
        <p:nvPicPr>
          <p:cNvPr id="15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4622" y="11359227"/>
            <a:ext cx="13528676" cy="1082293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9" name="TextBox 18"/>
          <p:cNvSpPr txBox="1"/>
          <p:nvPr/>
        </p:nvSpPr>
        <p:spPr>
          <a:xfrm>
            <a:off x="32257875" y="31203900"/>
            <a:ext cx="10134600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Client</a:t>
            </a:r>
            <a:endParaRPr lang="en-US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700989" y="31242000"/>
            <a:ext cx="11125199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Game</a:t>
            </a:r>
            <a:r>
              <a:rPr lang="en-US" dirty="0" smtClean="0"/>
              <a:t> </a:t>
            </a:r>
            <a:r>
              <a:rPr lang="en-US" b="1" dirty="0" smtClean="0"/>
              <a:t>Server</a:t>
            </a:r>
            <a:endParaRPr lang="en-US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17030700" y="31242000"/>
            <a:ext cx="9829800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v</a:t>
            </a:r>
            <a:r>
              <a:rPr lang="en-US" b="1" dirty="0" smtClean="0"/>
              <a:t>APMAX</a:t>
            </a:r>
            <a:endParaRPr lang="en-US" b="1" dirty="0"/>
          </a:p>
        </p:txBody>
      </p:sp>
      <p:grpSp>
        <p:nvGrpSpPr>
          <p:cNvPr id="20" name="Group 19"/>
          <p:cNvGrpSpPr/>
          <p:nvPr/>
        </p:nvGrpSpPr>
        <p:grpSpPr>
          <a:xfrm>
            <a:off x="1066801" y="21079976"/>
            <a:ext cx="10123924" cy="10123924"/>
            <a:chOff x="1066801" y="21079976"/>
            <a:chExt cx="10123924" cy="10123924"/>
          </a:xfrm>
        </p:grpSpPr>
        <p:pic>
          <p:nvPicPr>
            <p:cNvPr id="23" name="Picture 22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6801" y="21079976"/>
              <a:ext cx="10123924" cy="10123924"/>
            </a:xfrm>
            <a:prstGeom prst="rect">
              <a:avLst/>
            </a:prstGeom>
          </p:spPr>
        </p:pic>
        <p:sp>
          <p:nvSpPr>
            <p:cNvPr id="27" name="TextBox 26"/>
            <p:cNvSpPr txBox="1"/>
            <p:nvPr/>
          </p:nvSpPr>
          <p:spPr>
            <a:xfrm>
              <a:off x="1444798" y="23665404"/>
              <a:ext cx="9173288" cy="65556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457200">
                <a:buFont typeface="Arial" pitchFamily="34" charset="0"/>
                <a:buChar char="•"/>
              </a:pPr>
              <a:r>
                <a:rPr lang="en-US" sz="6000" dirty="0" smtClean="0"/>
                <a:t>Host game play</a:t>
              </a:r>
            </a:p>
            <a:p>
              <a:pPr marL="457200" indent="-457200">
                <a:buFont typeface="Arial" pitchFamily="34" charset="0"/>
                <a:buChar char="•"/>
              </a:pPr>
              <a:r>
                <a:rPr lang="en-US" sz="6000" dirty="0" smtClean="0"/>
                <a:t>Manage game opponents</a:t>
              </a:r>
            </a:p>
            <a:p>
              <a:pPr marL="457200" indent="-457200">
                <a:buFont typeface="Arial" pitchFamily="34" charset="0"/>
                <a:buChar char="•"/>
              </a:pPr>
              <a:r>
                <a:rPr lang="en-US" sz="6000" dirty="0" smtClean="0"/>
                <a:t>Load game plugins</a:t>
              </a:r>
            </a:p>
            <a:p>
              <a:pPr marL="457200" indent="-457200">
                <a:buFont typeface="Arial" pitchFamily="34" charset="0"/>
                <a:buChar char="•"/>
              </a:pPr>
              <a:r>
                <a:rPr lang="en-US" sz="6000" dirty="0" smtClean="0"/>
                <a:t>Tools</a:t>
              </a:r>
            </a:p>
            <a:p>
              <a:pPr marL="1327150" lvl="1" indent="-457200">
                <a:buFont typeface="Arial" pitchFamily="34" charset="0"/>
                <a:buChar char="•"/>
              </a:pPr>
              <a:r>
                <a:rPr lang="en-US" sz="6000" dirty="0" smtClean="0"/>
                <a:t>C# and .NET 4.5</a:t>
              </a:r>
            </a:p>
            <a:p>
              <a:pPr marL="1327150" lvl="1" indent="-457200">
                <a:buFont typeface="Arial" pitchFamily="34" charset="0"/>
                <a:buChar char="•"/>
              </a:pPr>
              <a:r>
                <a:rPr lang="en-US" sz="6000" dirty="0" smtClean="0"/>
                <a:t>Reactive Extensions</a:t>
              </a:r>
            </a:p>
            <a:p>
              <a:pPr marL="1327150" lvl="1" indent="-457200">
                <a:buFont typeface="Arial" pitchFamily="34" charset="0"/>
                <a:buChar char="•"/>
              </a:pPr>
              <a:r>
                <a:rPr lang="en-US" sz="6000" dirty="0" smtClean="0"/>
                <a:t>Linq to Entities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14377350" y="22903190"/>
            <a:ext cx="13963219" cy="7043410"/>
            <a:chOff x="14521048" y="23720470"/>
            <a:chExt cx="13963219" cy="7043410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521048" y="23720470"/>
              <a:ext cx="13963219" cy="7015337"/>
            </a:xfrm>
            <a:prstGeom prst="rect">
              <a:avLst/>
            </a:prstGeom>
          </p:spPr>
        </p:pic>
        <p:sp>
          <p:nvSpPr>
            <p:cNvPr id="30" name="TextBox 29"/>
            <p:cNvSpPr txBox="1"/>
            <p:nvPr/>
          </p:nvSpPr>
          <p:spPr>
            <a:xfrm>
              <a:off x="14998686" y="24208239"/>
              <a:ext cx="12999921" cy="65556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528638" indent="-528638">
                <a:buFont typeface="Arial" pitchFamily="34" charset="0"/>
                <a:buChar char="•"/>
              </a:pPr>
              <a:r>
                <a:rPr lang="en-US" sz="6000" dirty="0" smtClean="0"/>
                <a:t>Extend APMAX message passing</a:t>
              </a:r>
            </a:p>
            <a:p>
              <a:pPr marL="528638" indent="-528638">
                <a:buFont typeface="Arial" pitchFamily="34" charset="0"/>
                <a:buChar char="•"/>
              </a:pPr>
              <a:r>
                <a:rPr lang="en-US" sz="6000" dirty="0" smtClean="0"/>
                <a:t>Minimal message processing</a:t>
              </a:r>
            </a:p>
            <a:p>
              <a:pPr marL="528638" indent="-528638">
                <a:buFont typeface="Arial" pitchFamily="34" charset="0"/>
                <a:buChar char="•"/>
              </a:pPr>
              <a:r>
                <a:rPr lang="en-US" sz="6000" dirty="0" smtClean="0"/>
                <a:t>Tools</a:t>
              </a:r>
            </a:p>
            <a:p>
              <a:pPr marL="1395413" lvl="1" indent="-433388">
                <a:buFont typeface="Arial" pitchFamily="34" charset="0"/>
                <a:buChar char="•"/>
              </a:pPr>
              <a:r>
                <a:rPr lang="en-US" sz="6000" dirty="0" smtClean="0"/>
                <a:t>C# and .NET 4.5</a:t>
              </a:r>
            </a:p>
            <a:p>
              <a:pPr marL="1395413" lvl="1" indent="-433388">
                <a:buFont typeface="Arial" pitchFamily="34" charset="0"/>
                <a:buChar char="•"/>
              </a:pPr>
              <a:r>
                <a:rPr lang="en-US" sz="6000" dirty="0" smtClean="0"/>
                <a:t>Reactive Extensions</a:t>
              </a:r>
            </a:p>
            <a:p>
              <a:pPr marL="1395413" lvl="1" indent="-433388">
                <a:buFont typeface="Arial" pitchFamily="34" charset="0"/>
                <a:buChar char="•"/>
              </a:pPr>
              <a:r>
                <a:rPr lang="en-US" sz="6000" dirty="0" smtClean="0"/>
                <a:t>CommandLink lib</a:t>
              </a:r>
              <a:endParaRPr lang="en-US" sz="6000" dirty="0"/>
            </a:p>
            <a:p>
              <a:pPr marL="528638" indent="-528638">
                <a:buFont typeface="Arial" pitchFamily="34" charset="0"/>
                <a:buChar char="•"/>
              </a:pPr>
              <a:endParaRPr lang="en-US" sz="6000" dirty="0"/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14715302" y="4411932"/>
            <a:ext cx="13287316" cy="5833915"/>
            <a:chOff x="14715302" y="3767285"/>
            <a:chExt cx="13287316" cy="5833915"/>
          </a:xfrm>
        </p:grpSpPr>
        <p:sp>
          <p:nvSpPr>
            <p:cNvPr id="6" name="TextBox 2"/>
            <p:cNvSpPr txBox="1">
              <a:spLocks noChangeArrowheads="1"/>
            </p:cNvSpPr>
            <p:nvPr/>
          </p:nvSpPr>
          <p:spPr bwMode="auto">
            <a:xfrm>
              <a:off x="17641564" y="3767285"/>
              <a:ext cx="7434792" cy="14311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87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87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87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87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87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7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7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7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7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en-US" b="1" dirty="0">
                  <a:latin typeface="Cambria" pitchFamily="18" charset="0"/>
                </a:rPr>
                <a:t>Team Sponsor</a:t>
              </a:r>
            </a:p>
          </p:txBody>
        </p:sp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715302" y="5694732"/>
              <a:ext cx="13287316" cy="3906468"/>
            </a:xfrm>
            <a:prstGeom prst="round2DiagRect">
              <a:avLst>
                <a:gd name="adj1" fmla="val 16667"/>
                <a:gd name="adj2" fmla="val 0"/>
              </a:avLst>
            </a:prstGeom>
            <a:ln w="88900" cap="sq">
              <a:solidFill>
                <a:srgbClr val="FFFFFF"/>
              </a:solidFill>
              <a:miter lim="800000"/>
            </a:ln>
            <a:effectLst>
              <a:outerShdw blurRad="254000" algn="tl" rotWithShape="0">
                <a:srgbClr val="000000">
                  <a:alpha val="43000"/>
                </a:srgbClr>
              </a:outerShdw>
            </a:effectLst>
          </p:spPr>
        </p:pic>
      </p:grpSp>
      <p:grpSp>
        <p:nvGrpSpPr>
          <p:cNvPr id="16" name="Group 15"/>
          <p:cNvGrpSpPr/>
          <p:nvPr/>
        </p:nvGrpSpPr>
        <p:grpSpPr>
          <a:xfrm>
            <a:off x="31718000" y="20027650"/>
            <a:ext cx="11214350" cy="11214350"/>
            <a:chOff x="31718000" y="19521457"/>
            <a:chExt cx="11214350" cy="11214350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718000" y="19521457"/>
              <a:ext cx="11214350" cy="11214350"/>
            </a:xfrm>
            <a:prstGeom prst="rect">
              <a:avLst/>
            </a:prstGeom>
          </p:spPr>
        </p:pic>
        <p:sp>
          <p:nvSpPr>
            <p:cNvPr id="10" name="TextBox 9"/>
            <p:cNvSpPr txBox="1"/>
            <p:nvPr/>
          </p:nvSpPr>
          <p:spPr>
            <a:xfrm>
              <a:off x="32277175" y="22548648"/>
              <a:ext cx="9709025" cy="47089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338262" indent="-857250">
                <a:buFont typeface="Arial" pitchFamily="34" charset="0"/>
                <a:buChar char="•"/>
              </a:pPr>
              <a:r>
                <a:rPr lang="en-US" sz="6000" dirty="0" smtClean="0"/>
                <a:t>Generic game UI</a:t>
              </a:r>
            </a:p>
            <a:p>
              <a:pPr marL="1338262" indent="-857250">
                <a:buFont typeface="Arial" pitchFamily="34" charset="0"/>
                <a:buChar char="•"/>
              </a:pPr>
              <a:r>
                <a:rPr lang="en-US" sz="6000" dirty="0" smtClean="0"/>
                <a:t>Agnostic to game logic</a:t>
              </a:r>
            </a:p>
            <a:p>
              <a:pPr marL="1338262" indent="-857250">
                <a:buFont typeface="Arial" pitchFamily="34" charset="0"/>
                <a:buChar char="•"/>
              </a:pPr>
              <a:r>
                <a:rPr lang="en-US" sz="6000" dirty="0" smtClean="0"/>
                <a:t>Tools</a:t>
              </a:r>
            </a:p>
            <a:p>
              <a:pPr marL="2320925" lvl="1" indent="-857250">
                <a:buFont typeface="Arial" pitchFamily="34" charset="0"/>
                <a:buChar char="•"/>
              </a:pPr>
              <a:r>
                <a:rPr lang="en-US" sz="6000" dirty="0" smtClean="0"/>
                <a:t>C++</a:t>
              </a:r>
            </a:p>
            <a:p>
              <a:pPr marL="2320925" lvl="1" indent="-857250">
                <a:buFont typeface="Arial" pitchFamily="34" charset="0"/>
                <a:buChar char="•"/>
              </a:pPr>
              <a:r>
                <a:rPr lang="en-US" sz="6000" dirty="0" err="1" smtClean="0"/>
                <a:t>Qt</a:t>
              </a:r>
              <a:r>
                <a:rPr lang="en-US" sz="6000" dirty="0" smtClean="0"/>
                <a:t> Creator</a:t>
              </a:r>
              <a:endParaRPr lang="en-US" sz="6000" dirty="0"/>
            </a:p>
          </p:txBody>
        </p:sp>
      </p:grpSp>
      <p:sp>
        <p:nvSpPr>
          <p:cNvPr id="12" name="Right Arrow 11"/>
          <p:cNvSpPr/>
          <p:nvPr/>
        </p:nvSpPr>
        <p:spPr>
          <a:xfrm>
            <a:off x="11047027" y="24152614"/>
            <a:ext cx="3330323" cy="1013306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ight Arrow 30"/>
          <p:cNvSpPr/>
          <p:nvPr/>
        </p:nvSpPr>
        <p:spPr>
          <a:xfrm rot="10800000">
            <a:off x="11047027" y="26836983"/>
            <a:ext cx="3330323" cy="1013306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ight Arrow 31"/>
          <p:cNvSpPr/>
          <p:nvPr/>
        </p:nvSpPr>
        <p:spPr>
          <a:xfrm>
            <a:off x="28304474" y="24152614"/>
            <a:ext cx="3330323" cy="1013306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ight Arrow 33"/>
          <p:cNvSpPr/>
          <p:nvPr/>
        </p:nvSpPr>
        <p:spPr>
          <a:xfrm rot="10800000">
            <a:off x="28243979" y="26836982"/>
            <a:ext cx="3330323" cy="1013306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29565600" y="4427974"/>
            <a:ext cx="13366750" cy="14593848"/>
            <a:chOff x="30113333" y="3008769"/>
            <a:chExt cx="13366750" cy="14593848"/>
          </a:xfrm>
        </p:grpSpPr>
        <p:sp>
          <p:nvSpPr>
            <p:cNvPr id="28" name="Rectangle 27"/>
            <p:cNvSpPr/>
            <p:nvPr/>
          </p:nvSpPr>
          <p:spPr>
            <a:xfrm>
              <a:off x="30524512" y="3008769"/>
              <a:ext cx="12407838" cy="1944231"/>
            </a:xfrm>
            <a:prstGeom prst="rect">
              <a:avLst/>
            </a:prstGeom>
            <a:ln w="25400">
              <a:noFill/>
            </a:ln>
          </p:spPr>
          <p:txBody>
            <a:bodyPr wrap="square" lIns="99046" tIns="49522" rIns="99046" bIns="49522" anchor="t">
              <a:noAutofit/>
            </a:bodyPr>
            <a:lstStyle/>
            <a:p>
              <a:pPr algn="ctr"/>
              <a:r>
                <a:rPr lang="en-US" sz="8000" b="1" dirty="0">
                  <a:latin typeface="Cambria" pitchFamily="18" charset="0"/>
                </a:rPr>
                <a:t>Software </a:t>
              </a:r>
              <a:r>
                <a:rPr lang="en-US" sz="8800" b="1" dirty="0" smtClean="0">
                  <a:latin typeface="Cambria" pitchFamily="18" charset="0"/>
                </a:rPr>
                <a:t>Requirements</a:t>
              </a:r>
              <a:endParaRPr lang="en-US" sz="8000" b="1" dirty="0">
                <a:latin typeface="Cambria" pitchFamily="18" charset="0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0113333" y="4953000"/>
              <a:ext cx="13366750" cy="126496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457200">
                <a:buFont typeface="Arial" pitchFamily="34" charset="0"/>
                <a:buChar char="•"/>
              </a:pPr>
              <a:r>
                <a:rPr lang="en-US" sz="6000" dirty="0" smtClean="0">
                  <a:latin typeface="Cambria" pitchFamily="18" charset="0"/>
                </a:rPr>
                <a:t>Modify the existing STB architecture to allow multiplayer games to be </a:t>
              </a:r>
              <a:r>
                <a:rPr lang="en-US" sz="6000" dirty="0" smtClean="0">
                  <a:latin typeface="Cambria" pitchFamily="18" charset="0"/>
                </a:rPr>
                <a:t>played</a:t>
              </a:r>
            </a:p>
            <a:p>
              <a:endParaRPr lang="en-US" sz="2400" dirty="0" smtClean="0">
                <a:latin typeface="Cambria" pitchFamily="18" charset="0"/>
              </a:endParaRPr>
            </a:p>
            <a:p>
              <a:pPr marL="457200" indent="-457200">
                <a:buFont typeface="Arial" pitchFamily="34" charset="0"/>
                <a:buChar char="•"/>
              </a:pPr>
              <a:r>
                <a:rPr lang="en-US" sz="6000" dirty="0" smtClean="0">
                  <a:latin typeface="Cambria" pitchFamily="18" charset="0"/>
                </a:rPr>
                <a:t>Create a server to host game plugins and communication between clients</a:t>
              </a:r>
            </a:p>
            <a:p>
              <a:endParaRPr lang="en-US" sz="2400" dirty="0" smtClean="0">
                <a:latin typeface="Cambria" pitchFamily="18" charset="0"/>
              </a:endParaRPr>
            </a:p>
            <a:p>
              <a:pPr marL="457200" indent="-457200">
                <a:buFont typeface="Arial" pitchFamily="34" charset="0"/>
                <a:buChar char="•"/>
              </a:pPr>
              <a:r>
                <a:rPr lang="en-US" sz="6000" dirty="0" smtClean="0">
                  <a:latin typeface="Cambria" pitchFamily="18" charset="0"/>
                </a:rPr>
                <a:t>Server should be able to host up to 10,000 simultaneous games</a:t>
              </a:r>
            </a:p>
            <a:p>
              <a:pPr marL="457200" indent="-457200">
                <a:buFont typeface="Arial" pitchFamily="34" charset="0"/>
                <a:buChar char="•"/>
              </a:pPr>
              <a:endParaRPr lang="en-US" sz="2400" dirty="0" smtClean="0">
                <a:latin typeface="Cambria" pitchFamily="18" charset="0"/>
              </a:endParaRPr>
            </a:p>
            <a:p>
              <a:pPr marL="457200" indent="-457200">
                <a:buFont typeface="Arial" pitchFamily="34" charset="0"/>
                <a:buChar char="•"/>
              </a:pPr>
              <a:r>
                <a:rPr lang="en-US" sz="6000" dirty="0" smtClean="0">
                  <a:latin typeface="Cambria" pitchFamily="18" charset="0"/>
                </a:rPr>
                <a:t>Implement a temporary pass-through messaging middle layer to simulate and extend the current in place system</a:t>
              </a:r>
            </a:p>
            <a:p>
              <a:pPr marL="457200" indent="-457200">
                <a:buFont typeface="Arial" pitchFamily="34" charset="0"/>
                <a:buChar char="•"/>
              </a:pPr>
              <a:endParaRPr lang="en-US" sz="2400" dirty="0" smtClean="0">
                <a:latin typeface="Cambria" pitchFamily="18" charset="0"/>
              </a:endParaRPr>
            </a:p>
            <a:p>
              <a:pPr marL="457200" indent="-457200">
                <a:buFont typeface="Arial" pitchFamily="34" charset="0"/>
                <a:buChar char="•"/>
              </a:pPr>
              <a:r>
                <a:rPr lang="en-US" sz="6000" dirty="0" smtClean="0">
                  <a:latin typeface="Cambria" pitchFamily="18" charset="0"/>
                </a:rPr>
                <a:t>Choose a board game and create a fully functional multiplayer version using the framework</a:t>
              </a:r>
              <a:endParaRPr lang="en-US" sz="6000" dirty="0">
                <a:latin typeface="Cambria" pitchFamily="18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9563919" y="762000"/>
            <a:ext cx="24763382" cy="3176547"/>
            <a:chOff x="9563919" y="762000"/>
            <a:chExt cx="24763382" cy="3176547"/>
          </a:xfrm>
        </p:grpSpPr>
        <p:sp>
          <p:nvSpPr>
            <p:cNvPr id="3" name="TextBox 1"/>
            <p:cNvSpPr txBox="1">
              <a:spLocks noChangeArrowheads="1"/>
            </p:cNvSpPr>
            <p:nvPr/>
          </p:nvSpPr>
          <p:spPr bwMode="auto">
            <a:xfrm>
              <a:off x="9563919" y="762000"/>
              <a:ext cx="24763382" cy="22467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87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87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87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87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87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7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7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7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7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en-US" sz="14000" b="1" dirty="0" smtClean="0">
                  <a:latin typeface="Cambria" pitchFamily="18" charset="0"/>
                </a:rPr>
                <a:t>Multiplayer Game </a:t>
              </a:r>
              <a:r>
                <a:rPr lang="en-US" sz="14000" b="1" dirty="0" smtClean="0">
                  <a:latin typeface="Cambria" pitchFamily="18" charset="0"/>
                </a:rPr>
                <a:t>Framework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1826188" y="2953662"/>
              <a:ext cx="20085408" cy="9848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5800" i="1" dirty="0" smtClean="0"/>
                <a:t>David Jarman | Marshall Gaucher | Kevin Worner</a:t>
              </a:r>
              <a:endParaRPr lang="en-US" sz="5800" i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195869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Hardcover">
  <a:themeElements>
    <a:clrScheme name="Hardcover">
      <a:dk1>
        <a:sysClr val="windowText" lastClr="000000"/>
      </a:dk1>
      <a:lt1>
        <a:sysClr val="window" lastClr="FFFFFF"/>
      </a:lt1>
      <a:dk2>
        <a:srgbClr val="895D1D"/>
      </a:dk2>
      <a:lt2>
        <a:srgbClr val="ECE9C6"/>
      </a:lt2>
      <a:accent1>
        <a:srgbClr val="873624"/>
      </a:accent1>
      <a:accent2>
        <a:srgbClr val="D6862D"/>
      </a:accent2>
      <a:accent3>
        <a:srgbClr val="D0BE40"/>
      </a:accent3>
      <a:accent4>
        <a:srgbClr val="877F6C"/>
      </a:accent4>
      <a:accent5>
        <a:srgbClr val="972109"/>
      </a:accent5>
      <a:accent6>
        <a:srgbClr val="AEB795"/>
      </a:accent6>
      <a:hlink>
        <a:srgbClr val="CC9900"/>
      </a:hlink>
      <a:folHlink>
        <a:srgbClr val="B2B2B2"/>
      </a:folHlink>
    </a:clrScheme>
    <a:fontScheme name="Hardcover">
      <a:maj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궁서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Hardcover">
      <a:fillStyleLst>
        <a:solidFill>
          <a:schemeClr val="phClr"/>
        </a:solidFill>
        <a:solidFill>
          <a:schemeClr val="phClr">
            <a:tint val="68000"/>
            <a:shade val="94000"/>
            <a:satMod val="300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80000"/>
                <a:lumMod val="98000"/>
              </a:schemeClr>
            </a:gs>
            <a:gs pos="100000">
              <a:schemeClr val="phClr">
                <a:satMod val="130000"/>
              </a:schemeClr>
            </a:gs>
          </a:gsLst>
          <a:lin ang="5160000" scaled="0"/>
        </a:gradFill>
      </a:fillStyleLst>
      <a:lnStyleLst>
        <a:ln w="12700" cap="flat" cmpd="sng" algn="ctr">
          <a:solidFill>
            <a:schemeClr val="phClr">
              <a:shade val="90000"/>
              <a:lumMod val="90000"/>
            </a:schemeClr>
          </a:solidFill>
          <a:prstDash val="solid"/>
        </a:ln>
        <a:ln w="19050" cap="flat" cmpd="sng" algn="ctr">
          <a:solidFill>
            <a:schemeClr val="phClr">
              <a:shade val="75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12700" dir="5400000" rotWithShape="0">
              <a:srgbClr val="000000">
                <a:alpha val="1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6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400000"/>
            </a:lightRig>
          </a:scene3d>
          <a:sp3d>
            <a:bevelT w="25400" h="25400"/>
          </a:sp3d>
        </a:effectStyle>
      </a:effectStyleLst>
      <a:bgFillStyleLst>
        <a:solidFill>
          <a:schemeClr val="phClr">
            <a:tint val="96000"/>
            <a:lumMod val="11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3000"/>
                <a:shade val="20000"/>
              </a:schemeClr>
              <a:schemeClr val="phClr">
                <a:tint val="90000"/>
                <a:shade val="85000"/>
                <a:satMod val="115000"/>
              </a:schemeClr>
            </a:duotone>
          </a:blip>
          <a:tile tx="0" ty="0" sx="60000" sy="6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shade val="50000"/>
                <a:satMod val="340000"/>
                <a:lumMod val="40000"/>
              </a:schemeClr>
              <a:schemeClr val="phClr">
                <a:tint val="92000"/>
                <a:shade val="94000"/>
                <a:hueMod val="110000"/>
                <a:satMod val="236000"/>
                <a:lumMod val="120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Hardcover</Template>
  <TotalTime>7104</TotalTime>
  <Words>175</Words>
  <Application>Microsoft Office PowerPoint</Application>
  <PresentationFormat>Custom</PresentationFormat>
  <Paragraphs>37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Hardcover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Joshua Collison</dc:creator>
  <cp:lastModifiedBy>David Jarman</cp:lastModifiedBy>
  <cp:revision>107</cp:revision>
  <dcterms:created xsi:type="dcterms:W3CDTF">2006-08-16T00:00:00Z</dcterms:created>
  <dcterms:modified xsi:type="dcterms:W3CDTF">2013-03-28T21:58:32Z</dcterms:modified>
</cp:coreProperties>
</file>